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0" y="-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8484E-A197-1318-7FC9-2908E1E4C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C442F4-14CF-F648-163C-E21E721DD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B63E0C-A236-92DA-0383-64810E636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FEF866-D795-67F7-B182-E5796252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9F4FFC-C17E-F262-F114-57BD9504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285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40CE8-658A-C613-6C73-7C73925E0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ACD9D4-CE35-904A-3E54-DF6FE1DBE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E118A-C046-C471-8ECD-336481145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76C79-7685-845B-7537-A63044B6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E4448E-7CBA-C814-8E0E-56C1D8C4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57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CA4BA-7C62-36CC-A3A7-EAFE80254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C5C9C8-FEAF-D6B1-284F-04BAFD50E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C6A8F-7B18-31F0-3F29-62F56816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69D106-7C57-09F3-E991-4A1E7232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46E525-8EDD-BAED-CC62-92E86025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737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33090-5E03-5975-9305-5E2E0BA5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7BCFC2-1165-29C5-9236-7CD7116B0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B47E0D-A87B-CDA1-2A65-B74D93226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11E417-0A3E-56D5-5EEF-4CBBC224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2BBEB9-4719-D21F-22EE-FDB1BF24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2C563F-D600-BBE9-77CF-A2A0C98EC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372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CEE47-C0B2-F89B-47EC-250B16A08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D6159A-5839-9DBE-5680-EBF2BF766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7990A6-4E49-48A9-4EFB-43A1C1ABF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A4FA49-156D-4ACD-54D3-66D438467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2AC8DCB-A7EB-C882-E64F-C366EADA3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4AE6B8-A971-1984-8829-28C3B32A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CD541D-5A5B-693F-F542-00A778896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1A688B-313F-5D64-09E6-FE952C44F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452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CDAB1-8529-355A-133E-9A6B20419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807057-2D57-5409-B32A-F499AEB44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81D554-02C0-8772-A568-FE45FB7D0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590783-7553-FC88-F57E-60C135EB5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10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6F727FD-6CEA-B28D-FA42-36DA8861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091432-D787-0B78-897F-8860DF18C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E14534-E686-3907-C25B-6A1D6D59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74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95A48-E7D2-6A1D-E803-2B94019C1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4F374A-8ED0-F9F7-E02A-D13214E54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4438B8-7AD9-A82A-940D-0F670CB09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F4B646-9B0E-B95E-93CC-D7066B685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8D2540-378D-C48C-23B3-76F0EE135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6034B0-22B7-5F46-B7B5-92832063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1572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5336E-4322-C05F-7B24-51DE20CE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B94F31-23C8-EDD9-5BBE-A17D48118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C83E99-7A3C-CFB5-8DC3-C93AAFC6A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ECE491-188A-EEF3-39B5-9C146A89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1F86B-9D71-0F71-77A4-8347BD87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15AB67-03D4-DB7A-35FB-7F73D235A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14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DDD85-BFFB-DECF-66CB-EEB43F89E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E3C0E0-7026-D3E5-D289-350B0EDE9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77A920-7563-3F6B-ECD9-5253AC657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4D1655-FF2E-91E6-F9A3-B4C132C2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D1AC9E-FE69-53A9-7EBB-94DDBE79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81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C5EE01-BE0D-D23E-2A3A-CD40158A5D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71F906-F2B0-2A71-A627-938AC39D8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A86EB-02B9-10DF-CBA3-2AB1103B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92C054-F133-087B-B434-1C847D9C8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2532DC-C573-FC1E-AFD2-3E1421F2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442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690825-7127-C03C-F030-2F7C4B52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EED07D-CE2A-BB4E-63B2-E6891833A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BDB40-143B-7144-6E26-6663AC622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B18AC-B275-41EB-AFFE-4BB38401A9B2}" type="datetimeFigureOut">
              <a:rPr lang="en-GB" smtClean="0"/>
              <a:t>01/11/2025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1D235-9F48-4091-56E9-89F7D882F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406CC-AD4B-0846-0D22-B72238642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04FAD-3269-4004-8ACF-FBD7911357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320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矩形 88">
            <a:extLst>
              <a:ext uri="{FF2B5EF4-FFF2-40B4-BE49-F238E27FC236}">
                <a16:creationId xmlns:a16="http://schemas.microsoft.com/office/drawing/2014/main" id="{4DD7ADAC-FA5A-BA14-6633-4B436F572CBF}"/>
              </a:ext>
            </a:extLst>
          </p:cNvPr>
          <p:cNvSpPr/>
          <p:nvPr/>
        </p:nvSpPr>
        <p:spPr>
          <a:xfrm flipH="1">
            <a:off x="4862243" y="2969449"/>
            <a:ext cx="6309949" cy="1637682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CF5473-BE01-616E-4AA5-5512F978FC49}"/>
              </a:ext>
            </a:extLst>
          </p:cNvPr>
          <p:cNvSpPr txBox="1"/>
          <p:nvPr/>
        </p:nvSpPr>
        <p:spPr>
          <a:xfrm>
            <a:off x="182880" y="83820"/>
            <a:ext cx="7889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Design Overview: one processing unit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A08F56F-6059-5060-3B0E-D2A510C9116C}"/>
              </a:ext>
            </a:extLst>
          </p:cNvPr>
          <p:cNvSpPr txBox="1"/>
          <p:nvPr/>
        </p:nvSpPr>
        <p:spPr>
          <a:xfrm>
            <a:off x="313706" y="3386034"/>
            <a:ext cx="271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“pixel”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3A2EFDF-13C2-33C7-A50F-A490CD3874D1}"/>
              </a:ext>
            </a:extLst>
          </p:cNvPr>
          <p:cNvSpPr/>
          <p:nvPr/>
        </p:nvSpPr>
        <p:spPr>
          <a:xfrm>
            <a:off x="4750816" y="1154926"/>
            <a:ext cx="1166612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endParaRPr lang="en-GB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8BAE85A-885E-7BEE-8FCF-EC8DA7CA4679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3027697" y="1447314"/>
            <a:ext cx="17231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00304EAC-996C-A216-1A88-92396A42B559}"/>
              </a:ext>
            </a:extLst>
          </p:cNvPr>
          <p:cNvSpPr/>
          <p:nvPr/>
        </p:nvSpPr>
        <p:spPr>
          <a:xfrm>
            <a:off x="4415794" y="5962614"/>
            <a:ext cx="6756397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B0DCDF0-0AB6-9284-F39A-DB76F396C0B8}"/>
              </a:ext>
            </a:extLst>
          </p:cNvPr>
          <p:cNvSpPr txBox="1"/>
          <p:nvPr/>
        </p:nvSpPr>
        <p:spPr>
          <a:xfrm>
            <a:off x="4299082" y="6008333"/>
            <a:ext cx="107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A/D bus</a:t>
            </a:r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DEBC6327-E918-E3D2-FD18-0F817E137906}"/>
              </a:ext>
            </a:extLst>
          </p:cNvPr>
          <p:cNvGrpSpPr/>
          <p:nvPr/>
        </p:nvGrpSpPr>
        <p:grpSpPr>
          <a:xfrm flipH="1">
            <a:off x="3422149" y="4865930"/>
            <a:ext cx="1042444" cy="869927"/>
            <a:chOff x="4367530" y="2095343"/>
            <a:chExt cx="1042444" cy="869927"/>
          </a:xfrm>
        </p:grpSpPr>
        <p:pic>
          <p:nvPicPr>
            <p:cNvPr id="1026" name="Picture 2" descr="enter image description here">
              <a:extLst>
                <a:ext uri="{FF2B5EF4-FFF2-40B4-BE49-F238E27FC236}">
                  <a16:creationId xmlns:a16="http://schemas.microsoft.com/office/drawing/2014/main" id="{588AD5D9-F07D-6F6E-0249-49A8BFD3BA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3017" y="2095343"/>
              <a:ext cx="966957" cy="8699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AE3FC74A-7122-A364-751B-8AA46DFF0091}"/>
                </a:ext>
              </a:extLst>
            </p:cNvPr>
            <p:cNvSpPr/>
            <p:nvPr/>
          </p:nvSpPr>
          <p:spPr>
            <a:xfrm>
              <a:off x="4367530" y="2281365"/>
              <a:ext cx="234598" cy="53698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AEBD780-60E4-A367-1DCC-FD647E752052}"/>
              </a:ext>
            </a:extLst>
          </p:cNvPr>
          <p:cNvCxnSpPr>
            <a:cxnSpLocks/>
          </p:cNvCxnSpPr>
          <p:nvPr/>
        </p:nvCxnSpPr>
        <p:spPr>
          <a:xfrm>
            <a:off x="4619755" y="5314228"/>
            <a:ext cx="0" cy="6650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B7B118B9-29A2-C5CC-A87C-58637CD5462F}"/>
              </a:ext>
            </a:extLst>
          </p:cNvPr>
          <p:cNvCxnSpPr>
            <a:cxnSpLocks/>
          </p:cNvCxnSpPr>
          <p:nvPr/>
        </p:nvCxnSpPr>
        <p:spPr>
          <a:xfrm flipH="1">
            <a:off x="3226301" y="5314228"/>
            <a:ext cx="35207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id="{4F37ED2F-F8DC-E788-29FB-282D540BC9D8}"/>
              </a:ext>
            </a:extLst>
          </p:cNvPr>
          <p:cNvSpPr/>
          <p:nvPr/>
        </p:nvSpPr>
        <p:spPr>
          <a:xfrm flipH="1">
            <a:off x="5076193" y="3510281"/>
            <a:ext cx="1378724" cy="584775"/>
          </a:xfrm>
          <a:prstGeom prst="rect">
            <a:avLst/>
          </a:prstGeom>
          <a:solidFill>
            <a:schemeClr val="accent5">
              <a:lumMod val="60000"/>
              <a:lumOff val="4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 flag</a:t>
            </a: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BD3187D5-34D8-70F4-445F-2EF6BC381E86}"/>
              </a:ext>
            </a:extLst>
          </p:cNvPr>
          <p:cNvCxnSpPr>
            <a:cxnSpLocks/>
          </p:cNvCxnSpPr>
          <p:nvPr/>
        </p:nvCxnSpPr>
        <p:spPr>
          <a:xfrm>
            <a:off x="4217038" y="5320446"/>
            <a:ext cx="40271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137AAE57-C338-427D-126A-1851C51CBB72}"/>
              </a:ext>
            </a:extLst>
          </p:cNvPr>
          <p:cNvCxnSpPr>
            <a:cxnSpLocks/>
          </p:cNvCxnSpPr>
          <p:nvPr/>
        </p:nvCxnSpPr>
        <p:spPr>
          <a:xfrm>
            <a:off x="7267484" y="4095056"/>
            <a:ext cx="0" cy="18675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D878EB25-D3BE-AA38-3D5D-3480149C7830}"/>
              </a:ext>
            </a:extLst>
          </p:cNvPr>
          <p:cNvCxnSpPr>
            <a:cxnSpLocks/>
          </p:cNvCxnSpPr>
          <p:nvPr/>
        </p:nvCxnSpPr>
        <p:spPr>
          <a:xfrm>
            <a:off x="3231381" y="3802670"/>
            <a:ext cx="0" cy="15191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65152EB2-1217-6836-3C13-F860DB3457EB}"/>
              </a:ext>
            </a:extLst>
          </p:cNvPr>
          <p:cNvSpPr txBox="1"/>
          <p:nvPr/>
        </p:nvSpPr>
        <p:spPr>
          <a:xfrm>
            <a:off x="6094665" y="3018507"/>
            <a:ext cx="37243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MSPM0C1104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B5E08826-88E5-76DF-5AF3-90C451F12871}"/>
              </a:ext>
            </a:extLst>
          </p:cNvPr>
          <p:cNvSpPr/>
          <p:nvPr/>
        </p:nvSpPr>
        <p:spPr>
          <a:xfrm flipH="1">
            <a:off x="6578122" y="3510281"/>
            <a:ext cx="1378724" cy="584775"/>
          </a:xfrm>
          <a:prstGeom prst="rect">
            <a:avLst/>
          </a:prstGeom>
          <a:solidFill>
            <a:schemeClr val="accent5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I/O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1494F85-0AC9-BF88-CAEE-0F6D2AD27568}"/>
              </a:ext>
            </a:extLst>
          </p:cNvPr>
          <p:cNvSpPr/>
          <p:nvPr/>
        </p:nvSpPr>
        <p:spPr>
          <a:xfrm flipH="1">
            <a:off x="8080051" y="3510281"/>
            <a:ext cx="1378724" cy="584775"/>
          </a:xfrm>
          <a:prstGeom prst="rect">
            <a:avLst/>
          </a:prstGeom>
          <a:solidFill>
            <a:schemeClr val="tx2">
              <a:lumMod val="10000"/>
              <a:lumOff val="9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E2F45EB1-B398-20C4-D85F-80D50FF66FDA}"/>
              </a:ext>
            </a:extLst>
          </p:cNvPr>
          <p:cNvCxnSpPr>
            <a:cxnSpLocks/>
          </p:cNvCxnSpPr>
          <p:nvPr/>
        </p:nvCxnSpPr>
        <p:spPr>
          <a:xfrm>
            <a:off x="8758524" y="4095056"/>
            <a:ext cx="0" cy="18675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矩形 108">
            <a:extLst>
              <a:ext uri="{FF2B5EF4-FFF2-40B4-BE49-F238E27FC236}">
                <a16:creationId xmlns:a16="http://schemas.microsoft.com/office/drawing/2014/main" id="{CA229245-5E6A-758B-0C5F-8A8A0799482F}"/>
              </a:ext>
            </a:extLst>
          </p:cNvPr>
          <p:cNvSpPr/>
          <p:nvPr/>
        </p:nvSpPr>
        <p:spPr>
          <a:xfrm flipH="1">
            <a:off x="9578262" y="3510280"/>
            <a:ext cx="1378724" cy="584775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flag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D7EAFDD-F473-197B-74B4-4390A720B434}"/>
              </a:ext>
            </a:extLst>
          </p:cNvPr>
          <p:cNvSpPr/>
          <p:nvPr/>
        </p:nvSpPr>
        <p:spPr>
          <a:xfrm flipH="1">
            <a:off x="4959884" y="5081837"/>
            <a:ext cx="2030510" cy="665025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neighbour I/O &amp; register values</a:t>
            </a: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431EBC97-81C2-E330-DD14-F94A1F8FC3E7}"/>
              </a:ext>
            </a:extLst>
          </p:cNvPr>
          <p:cNvCxnSpPr>
            <a:cxnSpLocks/>
          </p:cNvCxnSpPr>
          <p:nvPr/>
        </p:nvCxnSpPr>
        <p:spPr>
          <a:xfrm flipV="1">
            <a:off x="5975139" y="4607131"/>
            <a:ext cx="0" cy="4665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FB8608B2-EF6C-E3AF-4E1E-0C968E1A22F1}"/>
              </a:ext>
            </a:extLst>
          </p:cNvPr>
          <p:cNvCxnSpPr>
            <a:cxnSpLocks/>
          </p:cNvCxnSpPr>
          <p:nvPr/>
        </p:nvCxnSpPr>
        <p:spPr>
          <a:xfrm>
            <a:off x="3221221" y="3802667"/>
            <a:ext cx="1849892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7" name="直接箭头连接符 1026">
            <a:extLst>
              <a:ext uri="{FF2B5EF4-FFF2-40B4-BE49-F238E27FC236}">
                <a16:creationId xmlns:a16="http://schemas.microsoft.com/office/drawing/2014/main" id="{E30EA0E4-D447-ABF4-9541-810D7B64B73F}"/>
              </a:ext>
            </a:extLst>
          </p:cNvPr>
          <p:cNvCxnSpPr>
            <a:cxnSpLocks/>
          </p:cNvCxnSpPr>
          <p:nvPr/>
        </p:nvCxnSpPr>
        <p:spPr>
          <a:xfrm>
            <a:off x="8041932" y="2285514"/>
            <a:ext cx="0" cy="673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37893A51-17CE-5625-D01D-27228FC1F139}"/>
              </a:ext>
            </a:extLst>
          </p:cNvPr>
          <p:cNvCxnSpPr>
            <a:cxnSpLocks/>
          </p:cNvCxnSpPr>
          <p:nvPr/>
        </p:nvCxnSpPr>
        <p:spPr>
          <a:xfrm flipH="1">
            <a:off x="10956986" y="3802667"/>
            <a:ext cx="7036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A95FC78-39E1-18EA-D663-05FEB362ADA7}"/>
                  </a:ext>
                </a:extLst>
              </p:cNvPr>
              <p:cNvSpPr txBox="1"/>
              <p:nvPr/>
            </p:nvSpPr>
            <p:spPr>
              <a:xfrm>
                <a:off x="11640952" y="3571834"/>
                <a:ext cx="4588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sz="24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A95FC78-39E1-18EA-D663-05FEB362A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0952" y="3571834"/>
                <a:ext cx="458848" cy="461665"/>
              </a:xfrm>
              <a:prstGeom prst="rect">
                <a:avLst/>
              </a:prstGeom>
              <a:blipFill>
                <a:blip r:embed="rId3"/>
                <a:stretch>
                  <a:fillRect l="-2667" t="-10526" r="-20000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组合 15">
            <a:extLst>
              <a:ext uri="{FF2B5EF4-FFF2-40B4-BE49-F238E27FC236}">
                <a16:creationId xmlns:a16="http://schemas.microsoft.com/office/drawing/2014/main" id="{41350A8A-E4FB-AA46-053E-3745949BD170}"/>
              </a:ext>
            </a:extLst>
          </p:cNvPr>
          <p:cNvGrpSpPr/>
          <p:nvPr/>
        </p:nvGrpSpPr>
        <p:grpSpPr>
          <a:xfrm>
            <a:off x="392176" y="859959"/>
            <a:ext cx="2635522" cy="2471566"/>
            <a:chOff x="392176" y="1154926"/>
            <a:chExt cx="2635522" cy="2471566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5053649-7A45-72BF-581F-634DABC5FAD3}"/>
                </a:ext>
              </a:extLst>
            </p:cNvPr>
            <p:cNvSpPr/>
            <p:nvPr/>
          </p:nvSpPr>
          <p:spPr>
            <a:xfrm>
              <a:off x="392176" y="1154926"/>
              <a:ext cx="2635522" cy="2471566"/>
            </a:xfrm>
            <a:prstGeom prst="rect">
              <a:avLst/>
            </a:prstGeom>
            <a:solidFill>
              <a:srgbClr val="FFC000">
                <a:alpha val="30000"/>
              </a:srgb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95EAE8D-1951-28F9-E6D0-EFD54255A4D0}"/>
                </a:ext>
              </a:extLst>
            </p:cNvPr>
            <p:cNvSpPr txBox="1"/>
            <p:nvPr/>
          </p:nvSpPr>
          <p:spPr>
            <a:xfrm>
              <a:off x="683420" y="1293424"/>
              <a:ext cx="20530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Industrial CMOS sensor</a:t>
              </a: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18E7F66D-0EB8-DB6B-9C7C-806E3AE3A1DC}"/>
                </a:ext>
              </a:extLst>
            </p:cNvPr>
            <p:cNvSpPr txBox="1"/>
            <p:nvPr/>
          </p:nvSpPr>
          <p:spPr>
            <a:xfrm>
              <a:off x="744238" y="1527352"/>
              <a:ext cx="19313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(front-end integrated)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AB6E1C2-654A-2E0E-707E-506C36C8EAF5}"/>
                </a:ext>
              </a:extLst>
            </p:cNvPr>
            <p:cNvSpPr txBox="1"/>
            <p:nvPr/>
          </p:nvSpPr>
          <p:spPr>
            <a:xfrm>
              <a:off x="474308" y="2587620"/>
              <a:ext cx="2471258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Options:</a:t>
              </a:r>
            </a:p>
            <a:p>
              <a:pPr algn="ctr"/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Sony: IMX273 / IMX287</a:t>
              </a:r>
            </a:p>
            <a:p>
              <a:pPr algn="ctr"/>
              <a:r>
                <a:rPr lang="en-GB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OnSemi</a:t>
              </a:r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python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series</a:t>
              </a:r>
            </a:p>
            <a:p>
              <a:pPr algn="ctr"/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Teledyne: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GB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EV76C560 / EV76C570</a:t>
              </a:r>
            </a:p>
          </p:txBody>
        </p:sp>
      </p:grp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01265A9-B340-4836-8D77-9C9D7F9637CB}"/>
              </a:ext>
            </a:extLst>
          </p:cNvPr>
          <p:cNvCxnSpPr>
            <a:cxnSpLocks/>
          </p:cNvCxnSpPr>
          <p:nvPr/>
        </p:nvCxnSpPr>
        <p:spPr>
          <a:xfrm>
            <a:off x="3027697" y="2293134"/>
            <a:ext cx="501423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288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ECBD3-969D-A03D-EF44-D984C9BC2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2CAD8A22-2C7F-4650-CFDB-7DD802B83D31}"/>
              </a:ext>
            </a:extLst>
          </p:cNvPr>
          <p:cNvSpPr/>
          <p:nvPr/>
        </p:nvSpPr>
        <p:spPr>
          <a:xfrm>
            <a:off x="635245" y="1525317"/>
            <a:ext cx="2635522" cy="2471566"/>
          </a:xfrm>
          <a:prstGeom prst="rect">
            <a:avLst/>
          </a:prstGeom>
          <a:solidFill>
            <a:srgbClr val="FFC000">
              <a:alpha val="3000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CA69AD-47DD-2807-31AF-1D49EBDD9493}"/>
              </a:ext>
            </a:extLst>
          </p:cNvPr>
          <p:cNvSpPr/>
          <p:nvPr/>
        </p:nvSpPr>
        <p:spPr>
          <a:xfrm>
            <a:off x="4306648" y="1741138"/>
            <a:ext cx="4185648" cy="4041934"/>
          </a:xfrm>
          <a:prstGeom prst="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1D63D8-8A9A-FDB5-3858-EF808AA427A7}"/>
              </a:ext>
            </a:extLst>
          </p:cNvPr>
          <p:cNvSpPr txBox="1"/>
          <p:nvPr/>
        </p:nvSpPr>
        <p:spPr>
          <a:xfrm>
            <a:off x="182880" y="83820"/>
            <a:ext cx="894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Design Overview: overall architecture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1AB326-4A62-32A4-0A2C-90057E207650}"/>
              </a:ext>
            </a:extLst>
          </p:cNvPr>
          <p:cNvSpPr/>
          <p:nvPr/>
        </p:nvSpPr>
        <p:spPr>
          <a:xfrm>
            <a:off x="764013" y="166145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711B4F-214E-460F-F3EF-D69F3B8C2D2E}"/>
              </a:ext>
            </a:extLst>
          </p:cNvPr>
          <p:cNvSpPr/>
          <p:nvPr/>
        </p:nvSpPr>
        <p:spPr>
          <a:xfrm>
            <a:off x="1124185" y="166145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CEC02B-A12D-F3B8-DD14-7ACFF814DF17}"/>
              </a:ext>
            </a:extLst>
          </p:cNvPr>
          <p:cNvSpPr/>
          <p:nvPr/>
        </p:nvSpPr>
        <p:spPr>
          <a:xfrm>
            <a:off x="1484357" y="166145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EDE5CE-9749-0451-FCE3-E9F25208278C}"/>
              </a:ext>
            </a:extLst>
          </p:cNvPr>
          <p:cNvSpPr/>
          <p:nvPr/>
        </p:nvSpPr>
        <p:spPr>
          <a:xfrm>
            <a:off x="2385422" y="166145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EFFB9F7-E8DE-D993-F252-97E8A40BE77F}"/>
              </a:ext>
            </a:extLst>
          </p:cNvPr>
          <p:cNvSpPr/>
          <p:nvPr/>
        </p:nvSpPr>
        <p:spPr>
          <a:xfrm>
            <a:off x="764013" y="200689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0BEAC7-FEC9-FB20-64E5-1E15E2C4F972}"/>
              </a:ext>
            </a:extLst>
          </p:cNvPr>
          <p:cNvSpPr/>
          <p:nvPr/>
        </p:nvSpPr>
        <p:spPr>
          <a:xfrm>
            <a:off x="1124185" y="200689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9EE682-B723-B7B5-4F6C-E3D0220C0CE2}"/>
              </a:ext>
            </a:extLst>
          </p:cNvPr>
          <p:cNvSpPr/>
          <p:nvPr/>
        </p:nvSpPr>
        <p:spPr>
          <a:xfrm>
            <a:off x="1484357" y="200689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B951B8-4EDF-D928-342D-0089FFDDA467}"/>
              </a:ext>
            </a:extLst>
          </p:cNvPr>
          <p:cNvSpPr/>
          <p:nvPr/>
        </p:nvSpPr>
        <p:spPr>
          <a:xfrm>
            <a:off x="2385422" y="200689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3701E02-1249-B15E-5B83-160D5FDF89DC}"/>
              </a:ext>
            </a:extLst>
          </p:cNvPr>
          <p:cNvSpPr/>
          <p:nvPr/>
        </p:nvSpPr>
        <p:spPr>
          <a:xfrm>
            <a:off x="764013" y="235233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A1F41D3-022F-7B15-BD5C-F953ED6E3D45}"/>
              </a:ext>
            </a:extLst>
          </p:cNvPr>
          <p:cNvSpPr/>
          <p:nvPr/>
        </p:nvSpPr>
        <p:spPr>
          <a:xfrm>
            <a:off x="1124185" y="235233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00BFFC4-F97F-A3A3-6DC7-3BBDB85EA165}"/>
              </a:ext>
            </a:extLst>
          </p:cNvPr>
          <p:cNvSpPr/>
          <p:nvPr/>
        </p:nvSpPr>
        <p:spPr>
          <a:xfrm>
            <a:off x="1484357" y="235233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8B14E69-8C20-514C-A3EF-AD602A3292DC}"/>
              </a:ext>
            </a:extLst>
          </p:cNvPr>
          <p:cNvSpPr/>
          <p:nvPr/>
        </p:nvSpPr>
        <p:spPr>
          <a:xfrm>
            <a:off x="2385422" y="235233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30F7D3-8DA8-5B07-0A2E-6C8BB7A5A0C1}"/>
              </a:ext>
            </a:extLst>
          </p:cNvPr>
          <p:cNvSpPr/>
          <p:nvPr/>
        </p:nvSpPr>
        <p:spPr>
          <a:xfrm>
            <a:off x="764013" y="321085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03F1F15-D6AF-CD68-3B75-301C361BD1BA}"/>
              </a:ext>
            </a:extLst>
          </p:cNvPr>
          <p:cNvSpPr/>
          <p:nvPr/>
        </p:nvSpPr>
        <p:spPr>
          <a:xfrm>
            <a:off x="1124185" y="321085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500EBC0-6FE2-7D97-1B54-51ECE4AA84F2}"/>
              </a:ext>
            </a:extLst>
          </p:cNvPr>
          <p:cNvSpPr/>
          <p:nvPr/>
        </p:nvSpPr>
        <p:spPr>
          <a:xfrm>
            <a:off x="1487659" y="321085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15324F-8EF6-3454-B916-4FAAE88F46BB}"/>
              </a:ext>
            </a:extLst>
          </p:cNvPr>
          <p:cNvSpPr/>
          <p:nvPr/>
        </p:nvSpPr>
        <p:spPr>
          <a:xfrm>
            <a:off x="2385422" y="3210851"/>
            <a:ext cx="265684" cy="25095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226D07-E8FF-A5A5-A72F-ACADBE19DDCD}"/>
              </a:ext>
            </a:extLst>
          </p:cNvPr>
          <p:cNvSpPr txBox="1"/>
          <p:nvPr/>
        </p:nvSpPr>
        <p:spPr>
          <a:xfrm>
            <a:off x="1745533" y="1525317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A9E7F2-035C-C1A7-9C1E-29FBE5958FDA}"/>
              </a:ext>
            </a:extLst>
          </p:cNvPr>
          <p:cNvSpPr txBox="1"/>
          <p:nvPr/>
        </p:nvSpPr>
        <p:spPr>
          <a:xfrm>
            <a:off x="1753343" y="1870757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42673CB-BD39-4240-539E-ACD1DA50919B}"/>
              </a:ext>
            </a:extLst>
          </p:cNvPr>
          <p:cNvSpPr txBox="1"/>
          <p:nvPr/>
        </p:nvSpPr>
        <p:spPr>
          <a:xfrm>
            <a:off x="1766170" y="2216197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B6F8409-4384-02F9-31D6-DD431E7C0487}"/>
              </a:ext>
            </a:extLst>
          </p:cNvPr>
          <p:cNvSpPr txBox="1"/>
          <p:nvPr/>
        </p:nvSpPr>
        <p:spPr>
          <a:xfrm rot="5400000">
            <a:off x="576910" y="2645458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6A16DB9-344A-D84F-4694-20DB5AD7EF01}"/>
              </a:ext>
            </a:extLst>
          </p:cNvPr>
          <p:cNvSpPr txBox="1"/>
          <p:nvPr/>
        </p:nvSpPr>
        <p:spPr>
          <a:xfrm rot="5400000">
            <a:off x="939568" y="2644432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F60E3F8-E363-4816-021F-44E440EA9D53}"/>
              </a:ext>
            </a:extLst>
          </p:cNvPr>
          <p:cNvSpPr txBox="1"/>
          <p:nvPr/>
        </p:nvSpPr>
        <p:spPr>
          <a:xfrm rot="5400000">
            <a:off x="1302226" y="2644433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9B07AE5-70BB-8A35-FA2D-F99646DD8958}"/>
              </a:ext>
            </a:extLst>
          </p:cNvPr>
          <p:cNvSpPr txBox="1"/>
          <p:nvPr/>
        </p:nvSpPr>
        <p:spPr>
          <a:xfrm>
            <a:off x="1766170" y="3067672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196A778-FB80-4074-ACD2-E90CBC5C5115}"/>
              </a:ext>
            </a:extLst>
          </p:cNvPr>
          <p:cNvSpPr txBox="1"/>
          <p:nvPr/>
        </p:nvSpPr>
        <p:spPr>
          <a:xfrm rot="5400000">
            <a:off x="2208638" y="2649162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27213C9-A156-FAF5-61E6-9B507A4BFB78}"/>
              </a:ext>
            </a:extLst>
          </p:cNvPr>
          <p:cNvSpPr txBox="1"/>
          <p:nvPr/>
        </p:nvSpPr>
        <p:spPr>
          <a:xfrm rot="2522956">
            <a:off x="1779488" y="2653026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左大括号 37">
            <a:extLst>
              <a:ext uri="{FF2B5EF4-FFF2-40B4-BE49-F238E27FC236}">
                <a16:creationId xmlns:a16="http://schemas.microsoft.com/office/drawing/2014/main" id="{2BD342A1-2749-A4DF-E57C-95551880C96A}"/>
              </a:ext>
            </a:extLst>
          </p:cNvPr>
          <p:cNvSpPr/>
          <p:nvPr/>
        </p:nvSpPr>
        <p:spPr>
          <a:xfrm rot="16200000">
            <a:off x="1605833" y="2826694"/>
            <a:ext cx="197421" cy="1615378"/>
          </a:xfrm>
          <a:prstGeom prst="leftBrace">
            <a:avLst>
              <a:gd name="adj1" fmla="val 78013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左大括号 38">
            <a:extLst>
              <a:ext uri="{FF2B5EF4-FFF2-40B4-BE49-F238E27FC236}">
                <a16:creationId xmlns:a16="http://schemas.microsoft.com/office/drawing/2014/main" id="{2312889A-652F-8F99-F52A-2A63B858548D}"/>
              </a:ext>
            </a:extLst>
          </p:cNvPr>
          <p:cNvSpPr/>
          <p:nvPr/>
        </p:nvSpPr>
        <p:spPr>
          <a:xfrm rot="10800000">
            <a:off x="2747689" y="1783371"/>
            <a:ext cx="197421" cy="1539818"/>
          </a:xfrm>
          <a:prstGeom prst="leftBrace">
            <a:avLst>
              <a:gd name="adj1" fmla="val 78013"/>
              <a:gd name="adj2" fmla="val 50000"/>
            </a:avLst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6EB5150-10D3-9DAA-FEFF-68F52C632EFD}"/>
              </a:ext>
            </a:extLst>
          </p:cNvPr>
          <p:cNvSpPr txBox="1"/>
          <p:nvPr/>
        </p:nvSpPr>
        <p:spPr>
          <a:xfrm>
            <a:off x="1029697" y="3689106"/>
            <a:ext cx="1368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AB505E9-2C21-D7DC-2B6F-94EBBF9E4700}"/>
              </a:ext>
            </a:extLst>
          </p:cNvPr>
          <p:cNvSpPr txBox="1"/>
          <p:nvPr/>
        </p:nvSpPr>
        <p:spPr>
          <a:xfrm rot="5400000">
            <a:off x="2432532" y="2372618"/>
            <a:ext cx="13686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C8235B4-FD39-F908-4C70-FCE2059CA845}"/>
              </a:ext>
            </a:extLst>
          </p:cNvPr>
          <p:cNvSpPr txBox="1"/>
          <p:nvPr/>
        </p:nvSpPr>
        <p:spPr>
          <a:xfrm>
            <a:off x="556775" y="4056800"/>
            <a:ext cx="2713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array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3A87D05-E6F1-642E-CBDF-DEBB7E661DA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160872" y="2645743"/>
            <a:ext cx="3152164" cy="3137329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0" name="文本框 1069">
            <a:extLst>
              <a:ext uri="{FF2B5EF4-FFF2-40B4-BE49-F238E27FC236}">
                <a16:creationId xmlns:a16="http://schemas.microsoft.com/office/drawing/2014/main" id="{15DA0468-D345-CF35-C1D3-4A67844D0541}"/>
              </a:ext>
            </a:extLst>
          </p:cNvPr>
          <p:cNvSpPr txBox="1"/>
          <p:nvPr/>
        </p:nvSpPr>
        <p:spPr>
          <a:xfrm>
            <a:off x="7151975" y="3290046"/>
            <a:ext cx="133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A/D bus 1</a:t>
            </a:r>
          </a:p>
        </p:txBody>
      </p:sp>
      <p:grpSp>
        <p:nvGrpSpPr>
          <p:cNvPr id="1117" name="组合 1116">
            <a:extLst>
              <a:ext uri="{FF2B5EF4-FFF2-40B4-BE49-F238E27FC236}">
                <a16:creationId xmlns:a16="http://schemas.microsoft.com/office/drawing/2014/main" id="{B537F1D7-CD99-0A41-28B7-A846D4D6C814}"/>
              </a:ext>
            </a:extLst>
          </p:cNvPr>
          <p:cNvGrpSpPr/>
          <p:nvPr/>
        </p:nvGrpSpPr>
        <p:grpSpPr>
          <a:xfrm>
            <a:off x="4716378" y="1906038"/>
            <a:ext cx="4696163" cy="1343128"/>
            <a:chOff x="4943490" y="1452640"/>
            <a:chExt cx="4696163" cy="1343128"/>
          </a:xfrm>
        </p:grpSpPr>
        <p:grpSp>
          <p:nvGrpSpPr>
            <p:cNvPr id="1030" name="组合 1029">
              <a:extLst>
                <a:ext uri="{FF2B5EF4-FFF2-40B4-BE49-F238E27FC236}">
                  <a16:creationId xmlns:a16="http://schemas.microsoft.com/office/drawing/2014/main" id="{635DEEE0-BDE6-CAD4-6854-26F1B658F370}"/>
                </a:ext>
              </a:extLst>
            </p:cNvPr>
            <p:cNvGrpSpPr/>
            <p:nvPr/>
          </p:nvGrpSpPr>
          <p:grpSpPr>
            <a:xfrm>
              <a:off x="4943491" y="1452640"/>
              <a:ext cx="437550" cy="979387"/>
              <a:chOff x="5018712" y="1458515"/>
              <a:chExt cx="437550" cy="979387"/>
            </a:xfrm>
          </p:grpSpPr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371D9CDA-652F-4A51-B365-C933998C9F59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82A8075C-B925-8E14-6460-568B1C0A255E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31" name="组合 1030">
              <a:extLst>
                <a:ext uri="{FF2B5EF4-FFF2-40B4-BE49-F238E27FC236}">
                  <a16:creationId xmlns:a16="http://schemas.microsoft.com/office/drawing/2014/main" id="{6FEF87C6-AB47-CC3E-1016-5F655DEF853C}"/>
                </a:ext>
              </a:extLst>
            </p:cNvPr>
            <p:cNvGrpSpPr/>
            <p:nvPr/>
          </p:nvGrpSpPr>
          <p:grpSpPr>
            <a:xfrm>
              <a:off x="5683252" y="1454228"/>
              <a:ext cx="437550" cy="979387"/>
              <a:chOff x="5018712" y="1458515"/>
              <a:chExt cx="437550" cy="979387"/>
            </a:xfrm>
          </p:grpSpPr>
          <p:sp>
            <p:nvSpPr>
              <p:cNvPr id="1032" name="矩形 1031">
                <a:extLst>
                  <a:ext uri="{FF2B5EF4-FFF2-40B4-BE49-F238E27FC236}">
                    <a16:creationId xmlns:a16="http://schemas.microsoft.com/office/drawing/2014/main" id="{D1ED1B23-3A02-5D2B-98A8-42E8266C2459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4" name="矩形 1033">
                <a:extLst>
                  <a:ext uri="{FF2B5EF4-FFF2-40B4-BE49-F238E27FC236}">
                    <a16:creationId xmlns:a16="http://schemas.microsoft.com/office/drawing/2014/main" id="{B0AEDA31-81A3-266E-0320-5F45CCFD4ABC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36" name="组合 1035">
              <a:extLst>
                <a:ext uri="{FF2B5EF4-FFF2-40B4-BE49-F238E27FC236}">
                  <a16:creationId xmlns:a16="http://schemas.microsoft.com/office/drawing/2014/main" id="{F0448A97-8FBF-1018-635D-8A6686F0FDED}"/>
                </a:ext>
              </a:extLst>
            </p:cNvPr>
            <p:cNvGrpSpPr/>
            <p:nvPr/>
          </p:nvGrpSpPr>
          <p:grpSpPr>
            <a:xfrm>
              <a:off x="6423013" y="1452640"/>
              <a:ext cx="437550" cy="979387"/>
              <a:chOff x="5018712" y="1458515"/>
              <a:chExt cx="437550" cy="979387"/>
            </a:xfrm>
          </p:grpSpPr>
          <p:sp>
            <p:nvSpPr>
              <p:cNvPr id="1037" name="矩形 1036">
                <a:extLst>
                  <a:ext uri="{FF2B5EF4-FFF2-40B4-BE49-F238E27FC236}">
                    <a16:creationId xmlns:a16="http://schemas.microsoft.com/office/drawing/2014/main" id="{64E56E5F-9B36-7C4B-A2A9-7C01DFD4CA4F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38" name="矩形 1037">
                <a:extLst>
                  <a:ext uri="{FF2B5EF4-FFF2-40B4-BE49-F238E27FC236}">
                    <a16:creationId xmlns:a16="http://schemas.microsoft.com/office/drawing/2014/main" id="{133C7AE4-56AC-5E26-39D4-A9FA36FD09E5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40" name="组合 1039">
              <a:extLst>
                <a:ext uri="{FF2B5EF4-FFF2-40B4-BE49-F238E27FC236}">
                  <a16:creationId xmlns:a16="http://schemas.microsoft.com/office/drawing/2014/main" id="{1E17E0B3-6F52-58B6-AC42-98DAB225F436}"/>
                </a:ext>
              </a:extLst>
            </p:cNvPr>
            <p:cNvGrpSpPr/>
            <p:nvPr/>
          </p:nvGrpSpPr>
          <p:grpSpPr>
            <a:xfrm>
              <a:off x="7162773" y="1453938"/>
              <a:ext cx="437550" cy="979387"/>
              <a:chOff x="5018712" y="1458515"/>
              <a:chExt cx="437550" cy="979387"/>
            </a:xfrm>
          </p:grpSpPr>
          <p:sp>
            <p:nvSpPr>
              <p:cNvPr id="1041" name="矩形 1040">
                <a:extLst>
                  <a:ext uri="{FF2B5EF4-FFF2-40B4-BE49-F238E27FC236}">
                    <a16:creationId xmlns:a16="http://schemas.microsoft.com/office/drawing/2014/main" id="{D0C014CC-4A31-4FB5-685A-C2AA229C4F37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2" name="矩形 1041">
                <a:extLst>
                  <a:ext uri="{FF2B5EF4-FFF2-40B4-BE49-F238E27FC236}">
                    <a16:creationId xmlns:a16="http://schemas.microsoft.com/office/drawing/2014/main" id="{DB724425-D1EF-8EFA-830A-A8484B79721B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44" name="组合 1043">
              <a:extLst>
                <a:ext uri="{FF2B5EF4-FFF2-40B4-BE49-F238E27FC236}">
                  <a16:creationId xmlns:a16="http://schemas.microsoft.com/office/drawing/2014/main" id="{68D9A9D7-D63D-4E05-3B9E-C18024AFE760}"/>
                </a:ext>
              </a:extLst>
            </p:cNvPr>
            <p:cNvGrpSpPr/>
            <p:nvPr/>
          </p:nvGrpSpPr>
          <p:grpSpPr>
            <a:xfrm>
              <a:off x="7897692" y="1452640"/>
              <a:ext cx="437550" cy="979387"/>
              <a:chOff x="5018712" y="1458515"/>
              <a:chExt cx="437550" cy="979387"/>
            </a:xfrm>
          </p:grpSpPr>
          <p:sp>
            <p:nvSpPr>
              <p:cNvPr id="1045" name="矩形 1044">
                <a:extLst>
                  <a:ext uri="{FF2B5EF4-FFF2-40B4-BE49-F238E27FC236}">
                    <a16:creationId xmlns:a16="http://schemas.microsoft.com/office/drawing/2014/main" id="{829C70CD-EB81-F4EB-FBEB-B3521E735DDE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46" name="矩形 1045">
                <a:extLst>
                  <a:ext uri="{FF2B5EF4-FFF2-40B4-BE49-F238E27FC236}">
                    <a16:creationId xmlns:a16="http://schemas.microsoft.com/office/drawing/2014/main" id="{A7407892-21C6-04DE-C61F-E15B7EBB4276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48" name="直接连接符 1047">
              <a:extLst>
                <a:ext uri="{FF2B5EF4-FFF2-40B4-BE49-F238E27FC236}">
                  <a16:creationId xmlns:a16="http://schemas.microsoft.com/office/drawing/2014/main" id="{45A304ED-8D6C-7756-39D9-0888E21A2450}"/>
                </a:ext>
              </a:extLst>
            </p:cNvPr>
            <p:cNvCxnSpPr>
              <a:cxnSpLocks/>
              <a:stCxn id="1034" idx="1"/>
              <a:endCxn id="53" idx="3"/>
            </p:cNvCxnSpPr>
            <p:nvPr/>
          </p:nvCxnSpPr>
          <p:spPr>
            <a:xfrm flipH="1" flipV="1">
              <a:off x="5381040" y="2226562"/>
              <a:ext cx="30221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6" name="直接连接符 1065">
              <a:extLst>
                <a:ext uri="{FF2B5EF4-FFF2-40B4-BE49-F238E27FC236}">
                  <a16:creationId xmlns:a16="http://schemas.microsoft.com/office/drawing/2014/main" id="{CE8F120C-7FC5-9029-A2B2-5D5E7C4BF2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28633" y="2226561"/>
              <a:ext cx="30221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7" name="直接连接符 1066">
              <a:extLst>
                <a:ext uri="{FF2B5EF4-FFF2-40B4-BE49-F238E27FC236}">
                  <a16:creationId xmlns:a16="http://schemas.microsoft.com/office/drawing/2014/main" id="{19DD4DFB-C633-B6CF-11D5-4B34A3E386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2730" y="2226561"/>
              <a:ext cx="30221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68" name="直接连接符 1067">
              <a:extLst>
                <a:ext uri="{FF2B5EF4-FFF2-40B4-BE49-F238E27FC236}">
                  <a16:creationId xmlns:a16="http://schemas.microsoft.com/office/drawing/2014/main" id="{71E960E8-7E7D-CB23-C7EE-D82928D47D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97901" y="2224973"/>
              <a:ext cx="30221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9" name="矩形 1068">
              <a:extLst>
                <a:ext uri="{FF2B5EF4-FFF2-40B4-BE49-F238E27FC236}">
                  <a16:creationId xmlns:a16="http://schemas.microsoft.com/office/drawing/2014/main" id="{9E501960-A202-5855-1B19-2EF9E301C5D1}"/>
                </a:ext>
              </a:extLst>
            </p:cNvPr>
            <p:cNvSpPr/>
            <p:nvPr/>
          </p:nvSpPr>
          <p:spPr>
            <a:xfrm flipV="1">
              <a:off x="4943490" y="2750049"/>
              <a:ext cx="4696163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71" name="直接箭头连接符 1070">
              <a:extLst>
                <a:ext uri="{FF2B5EF4-FFF2-40B4-BE49-F238E27FC236}">
                  <a16:creationId xmlns:a16="http://schemas.microsoft.com/office/drawing/2014/main" id="{69A2F808-D352-0395-9B2A-D4278DD03B96}"/>
                </a:ext>
              </a:extLst>
            </p:cNvPr>
            <p:cNvCxnSpPr>
              <a:cxnSpLocks/>
              <a:endCxn id="53" idx="0"/>
            </p:cNvCxnSpPr>
            <p:nvPr/>
          </p:nvCxnSpPr>
          <p:spPr>
            <a:xfrm>
              <a:off x="5160601" y="1863571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4" name="直接箭头连接符 1073">
              <a:extLst>
                <a:ext uri="{FF2B5EF4-FFF2-40B4-BE49-F238E27FC236}">
                  <a16:creationId xmlns:a16="http://schemas.microsoft.com/office/drawing/2014/main" id="{E24B58EF-8AA1-47B4-BE08-22FADA4A90DD}"/>
                </a:ext>
              </a:extLst>
            </p:cNvPr>
            <p:cNvCxnSpPr>
              <a:cxnSpLocks/>
            </p:cNvCxnSpPr>
            <p:nvPr/>
          </p:nvCxnSpPr>
          <p:spPr>
            <a:xfrm>
              <a:off x="5903616" y="1861054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5" name="直接箭头连接符 1074">
              <a:extLst>
                <a:ext uri="{FF2B5EF4-FFF2-40B4-BE49-F238E27FC236}">
                  <a16:creationId xmlns:a16="http://schemas.microsoft.com/office/drawing/2014/main" id="{B489B8F6-A8EC-E20C-430D-134314ED138D}"/>
                </a:ext>
              </a:extLst>
            </p:cNvPr>
            <p:cNvCxnSpPr>
              <a:cxnSpLocks/>
            </p:cNvCxnSpPr>
            <p:nvPr/>
          </p:nvCxnSpPr>
          <p:spPr>
            <a:xfrm>
              <a:off x="6643376" y="1869740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6" name="直接箭头连接符 1075">
              <a:extLst>
                <a:ext uri="{FF2B5EF4-FFF2-40B4-BE49-F238E27FC236}">
                  <a16:creationId xmlns:a16="http://schemas.microsoft.com/office/drawing/2014/main" id="{31496304-BB4F-7F73-D64F-63F318D3851D}"/>
                </a:ext>
              </a:extLst>
            </p:cNvPr>
            <p:cNvCxnSpPr>
              <a:cxnSpLocks/>
            </p:cNvCxnSpPr>
            <p:nvPr/>
          </p:nvCxnSpPr>
          <p:spPr>
            <a:xfrm>
              <a:off x="7379088" y="1869740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7" name="直接箭头连接符 1076">
              <a:extLst>
                <a:ext uri="{FF2B5EF4-FFF2-40B4-BE49-F238E27FC236}">
                  <a16:creationId xmlns:a16="http://schemas.microsoft.com/office/drawing/2014/main" id="{FA560781-FC09-2ECF-82C4-FA7C72ABCD8D}"/>
                </a:ext>
              </a:extLst>
            </p:cNvPr>
            <p:cNvCxnSpPr>
              <a:cxnSpLocks/>
            </p:cNvCxnSpPr>
            <p:nvPr/>
          </p:nvCxnSpPr>
          <p:spPr>
            <a:xfrm>
              <a:off x="8122066" y="1855986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8" name="直接箭头连接符 1077">
              <a:extLst>
                <a:ext uri="{FF2B5EF4-FFF2-40B4-BE49-F238E27FC236}">
                  <a16:creationId xmlns:a16="http://schemas.microsoft.com/office/drawing/2014/main" id="{2DD615CE-2A2B-CD45-9979-3C6AFC1106AB}"/>
                </a:ext>
              </a:extLst>
            </p:cNvPr>
            <p:cNvCxnSpPr>
              <a:cxnSpLocks/>
            </p:cNvCxnSpPr>
            <p:nvPr/>
          </p:nvCxnSpPr>
          <p:spPr>
            <a:xfrm>
              <a:off x="5160601" y="2440041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0" name="直接箭头连接符 1079">
              <a:extLst>
                <a:ext uri="{FF2B5EF4-FFF2-40B4-BE49-F238E27FC236}">
                  <a16:creationId xmlns:a16="http://schemas.microsoft.com/office/drawing/2014/main" id="{DF4EF0BF-390F-8E01-A662-2B9C183E16AD}"/>
                </a:ext>
              </a:extLst>
            </p:cNvPr>
            <p:cNvCxnSpPr>
              <a:cxnSpLocks/>
            </p:cNvCxnSpPr>
            <p:nvPr/>
          </p:nvCxnSpPr>
          <p:spPr>
            <a:xfrm>
              <a:off x="5906399" y="2440041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1" name="直接箭头连接符 1080">
              <a:extLst>
                <a:ext uri="{FF2B5EF4-FFF2-40B4-BE49-F238E27FC236}">
                  <a16:creationId xmlns:a16="http://schemas.microsoft.com/office/drawing/2014/main" id="{28B656AB-EE18-A423-64D0-4A28E8D43FBA}"/>
                </a:ext>
              </a:extLst>
            </p:cNvPr>
            <p:cNvCxnSpPr>
              <a:cxnSpLocks/>
            </p:cNvCxnSpPr>
            <p:nvPr/>
          </p:nvCxnSpPr>
          <p:spPr>
            <a:xfrm>
              <a:off x="6643176" y="2440041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2" name="直接箭头连接符 1081">
              <a:extLst>
                <a:ext uri="{FF2B5EF4-FFF2-40B4-BE49-F238E27FC236}">
                  <a16:creationId xmlns:a16="http://schemas.microsoft.com/office/drawing/2014/main" id="{A9CC54B4-2DF2-61F6-71EE-86FA2292C1C7}"/>
                </a:ext>
              </a:extLst>
            </p:cNvPr>
            <p:cNvCxnSpPr>
              <a:cxnSpLocks/>
            </p:cNvCxnSpPr>
            <p:nvPr/>
          </p:nvCxnSpPr>
          <p:spPr>
            <a:xfrm>
              <a:off x="7382898" y="2440040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83" name="直接箭头连接符 1082">
              <a:extLst>
                <a:ext uri="{FF2B5EF4-FFF2-40B4-BE49-F238E27FC236}">
                  <a16:creationId xmlns:a16="http://schemas.microsoft.com/office/drawing/2014/main" id="{70D89311-C195-7EFD-0519-78A215F85ECB}"/>
                </a:ext>
              </a:extLst>
            </p:cNvPr>
            <p:cNvCxnSpPr>
              <a:cxnSpLocks/>
            </p:cNvCxnSpPr>
            <p:nvPr/>
          </p:nvCxnSpPr>
          <p:spPr>
            <a:xfrm>
              <a:off x="8124803" y="2440039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2EDFBB40-F1CD-B437-F3E8-C1642C6A0A82}"/>
              </a:ext>
            </a:extLst>
          </p:cNvPr>
          <p:cNvGrpSpPr/>
          <p:nvPr/>
        </p:nvGrpSpPr>
        <p:grpSpPr>
          <a:xfrm>
            <a:off x="4716378" y="3934880"/>
            <a:ext cx="4694498" cy="1343128"/>
            <a:chOff x="8300384" y="3185776"/>
            <a:chExt cx="4694498" cy="1343128"/>
          </a:xfrm>
        </p:grpSpPr>
        <p:grpSp>
          <p:nvGrpSpPr>
            <p:cNvPr id="1084" name="组合 1083">
              <a:extLst>
                <a:ext uri="{FF2B5EF4-FFF2-40B4-BE49-F238E27FC236}">
                  <a16:creationId xmlns:a16="http://schemas.microsoft.com/office/drawing/2014/main" id="{68927B9B-7E42-285A-3E4B-EA4393980C91}"/>
                </a:ext>
              </a:extLst>
            </p:cNvPr>
            <p:cNvGrpSpPr/>
            <p:nvPr/>
          </p:nvGrpSpPr>
          <p:grpSpPr>
            <a:xfrm>
              <a:off x="8300385" y="3185776"/>
              <a:ext cx="437550" cy="979387"/>
              <a:chOff x="5018712" y="1458515"/>
              <a:chExt cx="437550" cy="979387"/>
            </a:xfrm>
          </p:grpSpPr>
          <p:sp>
            <p:nvSpPr>
              <p:cNvPr id="1085" name="矩形 1084">
                <a:extLst>
                  <a:ext uri="{FF2B5EF4-FFF2-40B4-BE49-F238E27FC236}">
                    <a16:creationId xmlns:a16="http://schemas.microsoft.com/office/drawing/2014/main" id="{A65A660C-6E67-F18C-A6BF-5626A408F64D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6" name="矩形 1085">
                <a:extLst>
                  <a:ext uri="{FF2B5EF4-FFF2-40B4-BE49-F238E27FC236}">
                    <a16:creationId xmlns:a16="http://schemas.microsoft.com/office/drawing/2014/main" id="{9332DE9E-3F4B-FE3A-C83F-585CC833574F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87" name="组合 1086">
              <a:extLst>
                <a:ext uri="{FF2B5EF4-FFF2-40B4-BE49-F238E27FC236}">
                  <a16:creationId xmlns:a16="http://schemas.microsoft.com/office/drawing/2014/main" id="{A4DDB8B0-724D-687D-2F75-6734D1FA19DD}"/>
                </a:ext>
              </a:extLst>
            </p:cNvPr>
            <p:cNvGrpSpPr/>
            <p:nvPr/>
          </p:nvGrpSpPr>
          <p:grpSpPr>
            <a:xfrm>
              <a:off x="9040146" y="3187364"/>
              <a:ext cx="437550" cy="979387"/>
              <a:chOff x="5018712" y="1458515"/>
              <a:chExt cx="437550" cy="979387"/>
            </a:xfrm>
          </p:grpSpPr>
          <p:sp>
            <p:nvSpPr>
              <p:cNvPr id="1088" name="矩形 1087">
                <a:extLst>
                  <a:ext uri="{FF2B5EF4-FFF2-40B4-BE49-F238E27FC236}">
                    <a16:creationId xmlns:a16="http://schemas.microsoft.com/office/drawing/2014/main" id="{59E451C7-D939-8A6E-C9FC-0EA81A4F8F18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89" name="矩形 1088">
                <a:extLst>
                  <a:ext uri="{FF2B5EF4-FFF2-40B4-BE49-F238E27FC236}">
                    <a16:creationId xmlns:a16="http://schemas.microsoft.com/office/drawing/2014/main" id="{C831F604-4418-2D42-E012-4BEF865A5FB0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90" name="组合 1089">
              <a:extLst>
                <a:ext uri="{FF2B5EF4-FFF2-40B4-BE49-F238E27FC236}">
                  <a16:creationId xmlns:a16="http://schemas.microsoft.com/office/drawing/2014/main" id="{47914BB1-E872-BE75-7DDA-D6B4A3BF39DF}"/>
                </a:ext>
              </a:extLst>
            </p:cNvPr>
            <p:cNvGrpSpPr/>
            <p:nvPr/>
          </p:nvGrpSpPr>
          <p:grpSpPr>
            <a:xfrm>
              <a:off x="9779907" y="3185776"/>
              <a:ext cx="437550" cy="979387"/>
              <a:chOff x="5018712" y="1458515"/>
              <a:chExt cx="437550" cy="979387"/>
            </a:xfrm>
          </p:grpSpPr>
          <p:sp>
            <p:nvSpPr>
              <p:cNvPr id="1091" name="矩形 1090">
                <a:extLst>
                  <a:ext uri="{FF2B5EF4-FFF2-40B4-BE49-F238E27FC236}">
                    <a16:creationId xmlns:a16="http://schemas.microsoft.com/office/drawing/2014/main" id="{D7B191A3-C9C2-9FD6-2410-C89A7C22329A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2" name="矩形 1091">
                <a:extLst>
                  <a:ext uri="{FF2B5EF4-FFF2-40B4-BE49-F238E27FC236}">
                    <a16:creationId xmlns:a16="http://schemas.microsoft.com/office/drawing/2014/main" id="{B94F9E91-2520-EE21-915F-2FBD16981AED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93" name="组合 1092">
              <a:extLst>
                <a:ext uri="{FF2B5EF4-FFF2-40B4-BE49-F238E27FC236}">
                  <a16:creationId xmlns:a16="http://schemas.microsoft.com/office/drawing/2014/main" id="{0B4149C4-E18C-2C02-2280-FC5301DEF0DC}"/>
                </a:ext>
              </a:extLst>
            </p:cNvPr>
            <p:cNvGrpSpPr/>
            <p:nvPr/>
          </p:nvGrpSpPr>
          <p:grpSpPr>
            <a:xfrm>
              <a:off x="10519667" y="3187074"/>
              <a:ext cx="437550" cy="979387"/>
              <a:chOff x="5018712" y="1458515"/>
              <a:chExt cx="437550" cy="979387"/>
            </a:xfrm>
          </p:grpSpPr>
          <p:sp>
            <p:nvSpPr>
              <p:cNvPr id="1094" name="矩形 1093">
                <a:extLst>
                  <a:ext uri="{FF2B5EF4-FFF2-40B4-BE49-F238E27FC236}">
                    <a16:creationId xmlns:a16="http://schemas.microsoft.com/office/drawing/2014/main" id="{7D0AA597-E228-2D2A-71CF-4F65B3429320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5" name="矩形 1094">
                <a:extLst>
                  <a:ext uri="{FF2B5EF4-FFF2-40B4-BE49-F238E27FC236}">
                    <a16:creationId xmlns:a16="http://schemas.microsoft.com/office/drawing/2014/main" id="{96DEC172-AD76-E6D6-141C-77E4EB448E4D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096" name="组合 1095">
              <a:extLst>
                <a:ext uri="{FF2B5EF4-FFF2-40B4-BE49-F238E27FC236}">
                  <a16:creationId xmlns:a16="http://schemas.microsoft.com/office/drawing/2014/main" id="{BCEED2CB-146A-73AE-8A1F-4E899DE6B82A}"/>
                </a:ext>
              </a:extLst>
            </p:cNvPr>
            <p:cNvGrpSpPr/>
            <p:nvPr/>
          </p:nvGrpSpPr>
          <p:grpSpPr>
            <a:xfrm>
              <a:off x="11254586" y="3185776"/>
              <a:ext cx="437550" cy="979387"/>
              <a:chOff x="5018712" y="1458515"/>
              <a:chExt cx="437550" cy="979387"/>
            </a:xfrm>
          </p:grpSpPr>
          <p:sp>
            <p:nvSpPr>
              <p:cNvPr id="1097" name="矩形 1096">
                <a:extLst>
                  <a:ext uri="{FF2B5EF4-FFF2-40B4-BE49-F238E27FC236}">
                    <a16:creationId xmlns:a16="http://schemas.microsoft.com/office/drawing/2014/main" id="{F5290621-A5EE-5DAA-8777-91BF2273C521}"/>
                  </a:ext>
                </a:extLst>
              </p:cNvPr>
              <p:cNvSpPr/>
              <p:nvPr/>
            </p:nvSpPr>
            <p:spPr>
              <a:xfrm>
                <a:off x="5018712" y="1458515"/>
                <a:ext cx="437550" cy="41093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98" name="矩形 1097">
                <a:extLst>
                  <a:ext uri="{FF2B5EF4-FFF2-40B4-BE49-F238E27FC236}">
                    <a16:creationId xmlns:a16="http://schemas.microsoft.com/office/drawing/2014/main" id="{79F98571-EFD8-BA75-753E-7FDCF0F852FD}"/>
                  </a:ext>
                </a:extLst>
              </p:cNvPr>
              <p:cNvSpPr/>
              <p:nvPr/>
            </p:nvSpPr>
            <p:spPr>
              <a:xfrm>
                <a:off x="5018712" y="2026971"/>
                <a:ext cx="437549" cy="410931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099" name="直接连接符 1098">
              <a:extLst>
                <a:ext uri="{FF2B5EF4-FFF2-40B4-BE49-F238E27FC236}">
                  <a16:creationId xmlns:a16="http://schemas.microsoft.com/office/drawing/2014/main" id="{64679C3C-C326-720A-4FC4-0F4DF85BE4A3}"/>
                </a:ext>
              </a:extLst>
            </p:cNvPr>
            <p:cNvCxnSpPr>
              <a:cxnSpLocks/>
              <a:stCxn id="1089" idx="1"/>
              <a:endCxn id="1086" idx="3"/>
            </p:cNvCxnSpPr>
            <p:nvPr/>
          </p:nvCxnSpPr>
          <p:spPr>
            <a:xfrm flipH="1" flipV="1">
              <a:off x="8737934" y="3959698"/>
              <a:ext cx="30221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0" name="直接连接符 1099">
              <a:extLst>
                <a:ext uri="{FF2B5EF4-FFF2-40B4-BE49-F238E27FC236}">
                  <a16:creationId xmlns:a16="http://schemas.microsoft.com/office/drawing/2014/main" id="{BEDCEBB7-9B14-E83F-4820-13E93B8477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85527" y="3959697"/>
              <a:ext cx="30221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1" name="直接连接符 1100">
              <a:extLst>
                <a:ext uri="{FF2B5EF4-FFF2-40B4-BE49-F238E27FC236}">
                  <a16:creationId xmlns:a16="http://schemas.microsoft.com/office/drawing/2014/main" id="{6D87264D-7DF3-9B3F-ADA9-EA71FB7567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09624" y="3959697"/>
              <a:ext cx="30221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2" name="直接连接符 1101">
              <a:extLst>
                <a:ext uri="{FF2B5EF4-FFF2-40B4-BE49-F238E27FC236}">
                  <a16:creationId xmlns:a16="http://schemas.microsoft.com/office/drawing/2014/main" id="{1DC7D354-DE42-775B-B872-B3528C6E52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954795" y="3958109"/>
              <a:ext cx="302212" cy="15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03" name="矩形 1102">
              <a:extLst>
                <a:ext uri="{FF2B5EF4-FFF2-40B4-BE49-F238E27FC236}">
                  <a16:creationId xmlns:a16="http://schemas.microsoft.com/office/drawing/2014/main" id="{8706956E-0F04-D64F-872E-2FC9BD2A8960}"/>
                </a:ext>
              </a:extLst>
            </p:cNvPr>
            <p:cNvSpPr/>
            <p:nvPr/>
          </p:nvSpPr>
          <p:spPr>
            <a:xfrm flipV="1">
              <a:off x="8300384" y="4483185"/>
              <a:ext cx="4694498" cy="4571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05" name="直接箭头连接符 1104">
              <a:extLst>
                <a:ext uri="{FF2B5EF4-FFF2-40B4-BE49-F238E27FC236}">
                  <a16:creationId xmlns:a16="http://schemas.microsoft.com/office/drawing/2014/main" id="{398901B7-4947-621B-C2A0-688362F769D2}"/>
                </a:ext>
              </a:extLst>
            </p:cNvPr>
            <p:cNvCxnSpPr>
              <a:cxnSpLocks/>
              <a:endCxn id="1086" idx="0"/>
            </p:cNvCxnSpPr>
            <p:nvPr/>
          </p:nvCxnSpPr>
          <p:spPr>
            <a:xfrm>
              <a:off x="8517495" y="3596707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6" name="直接箭头连接符 1105">
              <a:extLst>
                <a:ext uri="{FF2B5EF4-FFF2-40B4-BE49-F238E27FC236}">
                  <a16:creationId xmlns:a16="http://schemas.microsoft.com/office/drawing/2014/main" id="{DA6C5036-AE73-40F2-F4AA-D9CDEE4CAAED}"/>
                </a:ext>
              </a:extLst>
            </p:cNvPr>
            <p:cNvCxnSpPr>
              <a:cxnSpLocks/>
            </p:cNvCxnSpPr>
            <p:nvPr/>
          </p:nvCxnSpPr>
          <p:spPr>
            <a:xfrm>
              <a:off x="9260510" y="3594190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7" name="直接箭头连接符 1106">
              <a:extLst>
                <a:ext uri="{FF2B5EF4-FFF2-40B4-BE49-F238E27FC236}">
                  <a16:creationId xmlns:a16="http://schemas.microsoft.com/office/drawing/2014/main" id="{9F645BC4-0309-665A-22C2-F5B1BE3849CB}"/>
                </a:ext>
              </a:extLst>
            </p:cNvPr>
            <p:cNvCxnSpPr>
              <a:cxnSpLocks/>
            </p:cNvCxnSpPr>
            <p:nvPr/>
          </p:nvCxnSpPr>
          <p:spPr>
            <a:xfrm>
              <a:off x="10000270" y="3602876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8" name="直接箭头连接符 1107">
              <a:extLst>
                <a:ext uri="{FF2B5EF4-FFF2-40B4-BE49-F238E27FC236}">
                  <a16:creationId xmlns:a16="http://schemas.microsoft.com/office/drawing/2014/main" id="{5C055B00-047D-17B2-DD27-7FE84F16E016}"/>
                </a:ext>
              </a:extLst>
            </p:cNvPr>
            <p:cNvCxnSpPr>
              <a:cxnSpLocks/>
            </p:cNvCxnSpPr>
            <p:nvPr/>
          </p:nvCxnSpPr>
          <p:spPr>
            <a:xfrm>
              <a:off x="10735982" y="3602876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9" name="直接箭头连接符 1108">
              <a:extLst>
                <a:ext uri="{FF2B5EF4-FFF2-40B4-BE49-F238E27FC236}">
                  <a16:creationId xmlns:a16="http://schemas.microsoft.com/office/drawing/2014/main" id="{38BE40B1-2DDD-B26E-3251-CA0D9E1A7414}"/>
                </a:ext>
              </a:extLst>
            </p:cNvPr>
            <p:cNvCxnSpPr>
              <a:cxnSpLocks/>
            </p:cNvCxnSpPr>
            <p:nvPr/>
          </p:nvCxnSpPr>
          <p:spPr>
            <a:xfrm>
              <a:off x="11478960" y="3589122"/>
              <a:ext cx="1665" cy="1575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0" name="直接箭头连接符 1109">
              <a:extLst>
                <a:ext uri="{FF2B5EF4-FFF2-40B4-BE49-F238E27FC236}">
                  <a16:creationId xmlns:a16="http://schemas.microsoft.com/office/drawing/2014/main" id="{CEDCB916-5D72-E7EB-5A28-7C3CB6E257B8}"/>
                </a:ext>
              </a:extLst>
            </p:cNvPr>
            <p:cNvCxnSpPr>
              <a:cxnSpLocks/>
            </p:cNvCxnSpPr>
            <p:nvPr/>
          </p:nvCxnSpPr>
          <p:spPr>
            <a:xfrm>
              <a:off x="8517495" y="4173177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1" name="直接箭头连接符 1110">
              <a:extLst>
                <a:ext uri="{FF2B5EF4-FFF2-40B4-BE49-F238E27FC236}">
                  <a16:creationId xmlns:a16="http://schemas.microsoft.com/office/drawing/2014/main" id="{B98EC1D7-B731-7675-A689-2AC882C52B7C}"/>
                </a:ext>
              </a:extLst>
            </p:cNvPr>
            <p:cNvCxnSpPr>
              <a:cxnSpLocks/>
            </p:cNvCxnSpPr>
            <p:nvPr/>
          </p:nvCxnSpPr>
          <p:spPr>
            <a:xfrm>
              <a:off x="9263293" y="4173177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2" name="直接箭头连接符 1111">
              <a:extLst>
                <a:ext uri="{FF2B5EF4-FFF2-40B4-BE49-F238E27FC236}">
                  <a16:creationId xmlns:a16="http://schemas.microsoft.com/office/drawing/2014/main" id="{DEABB96B-10C4-2679-F96A-A852BD7708D9}"/>
                </a:ext>
              </a:extLst>
            </p:cNvPr>
            <p:cNvCxnSpPr>
              <a:cxnSpLocks/>
            </p:cNvCxnSpPr>
            <p:nvPr/>
          </p:nvCxnSpPr>
          <p:spPr>
            <a:xfrm>
              <a:off x="10000070" y="4173177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3" name="直接箭头连接符 1112">
              <a:extLst>
                <a:ext uri="{FF2B5EF4-FFF2-40B4-BE49-F238E27FC236}">
                  <a16:creationId xmlns:a16="http://schemas.microsoft.com/office/drawing/2014/main" id="{8AFD929D-109B-C2C3-27FD-7377BA6A95B7}"/>
                </a:ext>
              </a:extLst>
            </p:cNvPr>
            <p:cNvCxnSpPr>
              <a:cxnSpLocks/>
            </p:cNvCxnSpPr>
            <p:nvPr/>
          </p:nvCxnSpPr>
          <p:spPr>
            <a:xfrm>
              <a:off x="10739792" y="4173176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4" name="直接箭头连接符 1113">
              <a:extLst>
                <a:ext uri="{FF2B5EF4-FFF2-40B4-BE49-F238E27FC236}">
                  <a16:creationId xmlns:a16="http://schemas.microsoft.com/office/drawing/2014/main" id="{751B1D9C-D6A0-D509-A4E4-2FED313BBCDC}"/>
                </a:ext>
              </a:extLst>
            </p:cNvPr>
            <p:cNvCxnSpPr>
              <a:cxnSpLocks/>
            </p:cNvCxnSpPr>
            <p:nvPr/>
          </p:nvCxnSpPr>
          <p:spPr>
            <a:xfrm>
              <a:off x="11481697" y="4173175"/>
              <a:ext cx="0" cy="354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22" name="组合 1121">
            <a:extLst>
              <a:ext uri="{FF2B5EF4-FFF2-40B4-BE49-F238E27FC236}">
                <a16:creationId xmlns:a16="http://schemas.microsoft.com/office/drawing/2014/main" id="{DDC9BDF6-93A5-307C-2F53-E5FB74DBE5F8}"/>
              </a:ext>
            </a:extLst>
          </p:cNvPr>
          <p:cNvGrpSpPr/>
          <p:nvPr/>
        </p:nvGrpSpPr>
        <p:grpSpPr>
          <a:xfrm>
            <a:off x="8664768" y="927585"/>
            <a:ext cx="1969701" cy="700274"/>
            <a:chOff x="9239320" y="1601775"/>
            <a:chExt cx="1969701" cy="700274"/>
          </a:xfrm>
        </p:grpSpPr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E89F573A-FAD9-3272-9B92-D0D63E3615BE}"/>
                </a:ext>
              </a:extLst>
            </p:cNvPr>
            <p:cNvSpPr txBox="1"/>
            <p:nvPr/>
          </p:nvSpPr>
          <p:spPr>
            <a:xfrm>
              <a:off x="9296473" y="1601775"/>
              <a:ext cx="14344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 unit</a:t>
              </a:r>
            </a:p>
          </p:txBody>
        </p:sp>
        <p:sp>
          <p:nvSpPr>
            <p:cNvPr id="1119" name="文本框 1118">
              <a:extLst>
                <a:ext uri="{FF2B5EF4-FFF2-40B4-BE49-F238E27FC236}">
                  <a16:creationId xmlns:a16="http://schemas.microsoft.com/office/drawing/2014/main" id="{64FE32BF-3AF8-239C-6F19-98D58B7950C7}"/>
                </a:ext>
              </a:extLst>
            </p:cNvPr>
            <p:cNvSpPr txBox="1"/>
            <p:nvPr/>
          </p:nvSpPr>
          <p:spPr>
            <a:xfrm>
              <a:off x="9346347" y="1932717"/>
              <a:ext cx="18626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 processor</a:t>
              </a:r>
            </a:p>
          </p:txBody>
        </p:sp>
        <p:sp>
          <p:nvSpPr>
            <p:cNvPr id="1120" name="矩形 1119">
              <a:extLst>
                <a:ext uri="{FF2B5EF4-FFF2-40B4-BE49-F238E27FC236}">
                  <a16:creationId xmlns:a16="http://schemas.microsoft.com/office/drawing/2014/main" id="{0002B5CB-A7EF-7B0A-1704-1BBB7B7EB2EC}"/>
                </a:ext>
              </a:extLst>
            </p:cNvPr>
            <p:cNvSpPr/>
            <p:nvPr/>
          </p:nvSpPr>
          <p:spPr>
            <a:xfrm>
              <a:off x="9239320" y="1727251"/>
              <a:ext cx="214052" cy="20546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1" name="矩形 1120">
              <a:extLst>
                <a:ext uri="{FF2B5EF4-FFF2-40B4-BE49-F238E27FC236}">
                  <a16:creationId xmlns:a16="http://schemas.microsoft.com/office/drawing/2014/main" id="{6AAF1891-340B-BD4C-12E8-A8F5435FEB91}"/>
                </a:ext>
              </a:extLst>
            </p:cNvPr>
            <p:cNvSpPr/>
            <p:nvPr/>
          </p:nvSpPr>
          <p:spPr>
            <a:xfrm>
              <a:off x="9239320" y="2041325"/>
              <a:ext cx="214052" cy="213678"/>
            </a:xfrm>
            <a:prstGeom prst="rect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23" name="文本框 1122">
            <a:extLst>
              <a:ext uri="{FF2B5EF4-FFF2-40B4-BE49-F238E27FC236}">
                <a16:creationId xmlns:a16="http://schemas.microsoft.com/office/drawing/2014/main" id="{A8094725-CBA2-7368-4C66-05E41174B9E7}"/>
              </a:ext>
            </a:extLst>
          </p:cNvPr>
          <p:cNvSpPr txBox="1"/>
          <p:nvPr/>
        </p:nvSpPr>
        <p:spPr>
          <a:xfrm>
            <a:off x="6079527" y="3391785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4" name="文本框 1123">
            <a:extLst>
              <a:ext uri="{FF2B5EF4-FFF2-40B4-BE49-F238E27FC236}">
                <a16:creationId xmlns:a16="http://schemas.microsoft.com/office/drawing/2014/main" id="{CA74EDCB-F08E-0E9F-01FB-9334D5B7A56D}"/>
              </a:ext>
            </a:extLst>
          </p:cNvPr>
          <p:cNvSpPr txBox="1"/>
          <p:nvPr/>
        </p:nvSpPr>
        <p:spPr>
          <a:xfrm>
            <a:off x="7082496" y="5311102"/>
            <a:ext cx="1485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A/D bus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5B52FB45-4D68-9E1A-026A-164805DBE13F}"/>
              </a:ext>
            </a:extLst>
          </p:cNvPr>
          <p:cNvSpPr/>
          <p:nvPr/>
        </p:nvSpPr>
        <p:spPr>
          <a:xfrm>
            <a:off x="1029709" y="1920505"/>
            <a:ext cx="895634" cy="84966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C63F8F8-7219-ECE7-1025-EAC8E0690204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477526" y="1743947"/>
            <a:ext cx="2835510" cy="176558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8C9BBE20-B21F-B786-BA91-30CFBD52325A}"/>
              </a:ext>
            </a:extLst>
          </p:cNvPr>
          <p:cNvSpPr txBox="1"/>
          <p:nvPr/>
        </p:nvSpPr>
        <p:spPr>
          <a:xfrm>
            <a:off x="8664768" y="4008319"/>
            <a:ext cx="639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ECB9D5D-2634-847F-CFB1-AF88B2D5A962}"/>
              </a:ext>
            </a:extLst>
          </p:cNvPr>
          <p:cNvSpPr/>
          <p:nvPr/>
        </p:nvSpPr>
        <p:spPr>
          <a:xfrm>
            <a:off x="9411197" y="2589645"/>
            <a:ext cx="1991496" cy="3214383"/>
          </a:xfrm>
          <a:prstGeom prst="rect">
            <a:avLst/>
          </a:prstGeom>
          <a:solidFill>
            <a:schemeClr val="accent5">
              <a:lumMod val="20000"/>
              <a:lumOff val="80000"/>
              <a:alpha val="3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Himax HX6537-A</a:t>
            </a:r>
          </a:p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Array Microprocessor</a:t>
            </a:r>
          </a:p>
        </p:txBody>
      </p:sp>
    </p:spTree>
    <p:extLst>
      <p:ext uri="{BB962C8B-B14F-4D97-AF65-F5344CB8AC3E}">
        <p14:creationId xmlns:p14="http://schemas.microsoft.com/office/powerpoint/2010/main" val="1034209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768289C-8546-F524-49BD-105FF06F7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043385"/>
              </p:ext>
            </p:extLst>
          </p:nvPr>
        </p:nvGraphicFramePr>
        <p:xfrm>
          <a:off x="0" y="1"/>
          <a:ext cx="12191998" cy="6858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876714706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1993747867"/>
                    </a:ext>
                  </a:extLst>
                </a:gridCol>
                <a:gridCol w="1347652">
                  <a:extLst>
                    <a:ext uri="{9D8B030D-6E8A-4147-A177-3AD203B41FA5}">
                      <a16:colId xmlns:a16="http://schemas.microsoft.com/office/drawing/2014/main" val="307262783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3122294385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474959695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3087885466"/>
                    </a:ext>
                  </a:extLst>
                </a:gridCol>
                <a:gridCol w="2590798">
                  <a:extLst>
                    <a:ext uri="{9D8B030D-6E8A-4147-A177-3AD203B41FA5}">
                      <a16:colId xmlns:a16="http://schemas.microsoft.com/office/drawing/2014/main" val="280455478"/>
                    </a:ext>
                  </a:extLst>
                </a:gridCol>
              </a:tblGrid>
              <a:tr h="671600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Resolution (pixels)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Pixel Size (µm)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Optical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Frame Rate (fps)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altLang="zh-CN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 Interface(s)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en-US" altLang="zh-CN" b="1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otes</a:t>
                      </a:r>
                      <a:endParaRPr lang="en-GB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859540"/>
                  </a:ext>
                </a:extLst>
              </a:tr>
              <a:tr h="895948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Sony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IMX273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1456 × 1088 (~1.58 MP)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3.45 × 3.45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1/2.9″ </a:t>
                      </a: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(~6.3 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~226.5 </a:t>
                      </a: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(10-bit mode)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Sub-LVDS / MIPI (varies)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Low-noise, high-speed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altLang="zh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in inspection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907391"/>
                  </a:ext>
                </a:extLst>
              </a:tr>
              <a:tr h="959428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Sony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IMX287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728 × 544 </a:t>
                      </a: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(~0.4 MP)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 × 6.9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1/2.9″ </a:t>
                      </a: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(~6.3 mm)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~436.9 </a:t>
                      </a: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(10-bit mode)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Sub-LVDS / MIPI (varies)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 pixels, high sensitivity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good in NIR / low light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600042"/>
                  </a:ext>
                </a:extLst>
              </a:tr>
              <a:tr h="959428"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OnSemi</a:t>
                      </a:r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PYTHON1300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1280 × 1024 (1.3 MP)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 × 4.8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~210 (LVDS) / ~43 (parallel)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LVDS (multi-lane) / parallel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ROI, programmable gain, CDS.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406829"/>
                  </a:ext>
                </a:extLst>
              </a:tr>
              <a:tr h="1309463">
                <a:tc>
                  <a:txBody>
                    <a:bodyPr/>
                    <a:lstStyle/>
                    <a:p>
                      <a:pPr algn="ctr"/>
                      <a:r>
                        <a:rPr lang="en-GB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OnSemi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PYTHON5000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2592 × 2048 (~5.3 MP)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4.8 × 4.8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~100 </a:t>
                      </a: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(Zero ROT mode)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LVDS </a:t>
                      </a:r>
                    </a:p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(e.g., 8-lane)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resolution, suited for machine vision with high data bandwidth.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96575"/>
                  </a:ext>
                </a:extLst>
              </a:tr>
              <a:tr h="1102705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Teledyne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EV76C560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1280 × 1024 (1.31 MP)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 × 5.3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1/1.8″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~60 full res (VGA/cropped &gt;100)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Parallel 10-bit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 shutter modes, WDR/HDR, ROI, defect correction.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879989"/>
                  </a:ext>
                </a:extLst>
              </a:tr>
              <a:tr h="959428"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Teledyne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EV76C570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1600 × 1200 (~2.0 MP)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 × 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1/1.8″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~50 full 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Parallel 10-bit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MP variant, good low-light and dynamic range features.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044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701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23A55ED6-6F43-F6F0-3BCF-53F0F19443BD}"/>
              </a:ext>
            </a:extLst>
          </p:cNvPr>
          <p:cNvSpPr/>
          <p:nvPr/>
        </p:nvSpPr>
        <p:spPr>
          <a:xfrm flipH="1">
            <a:off x="4949601" y="4822490"/>
            <a:ext cx="2061715" cy="1343546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75595D-7445-B0FD-EB5D-6559EB6DF781}"/>
              </a:ext>
            </a:extLst>
          </p:cNvPr>
          <p:cNvSpPr/>
          <p:nvPr/>
        </p:nvSpPr>
        <p:spPr>
          <a:xfrm>
            <a:off x="5462298" y="5005258"/>
            <a:ext cx="1036320" cy="978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586155-770B-FA7B-3E4D-ACC3DA86066E}"/>
              </a:ext>
            </a:extLst>
          </p:cNvPr>
          <p:cNvSpPr/>
          <p:nvPr/>
        </p:nvSpPr>
        <p:spPr>
          <a:xfrm rot="5400000" flipH="1">
            <a:off x="5758183" y="-1743818"/>
            <a:ext cx="365817" cy="6759776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8866FEB-EA71-1819-65DA-EC8BB4359AFD}"/>
              </a:ext>
            </a:extLst>
          </p:cNvPr>
          <p:cNvGrpSpPr/>
          <p:nvPr/>
        </p:nvGrpSpPr>
        <p:grpSpPr>
          <a:xfrm rot="5400000">
            <a:off x="8516715" y="1198438"/>
            <a:ext cx="623992" cy="562114"/>
            <a:chOff x="1347048" y="2207037"/>
            <a:chExt cx="623992" cy="56211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B457C68-064D-55C9-21D4-5AF43834D7A1}"/>
                </a:ext>
              </a:extLst>
            </p:cNvPr>
            <p:cNvSpPr/>
            <p:nvPr/>
          </p:nvSpPr>
          <p:spPr>
            <a:xfrm>
              <a:off x="1347048" y="2207037"/>
              <a:ext cx="623992" cy="562114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71F9C86-2638-8DC6-3D0D-FF27FBCED86C}"/>
                </a:ext>
              </a:extLst>
            </p:cNvPr>
            <p:cNvSpPr/>
            <p:nvPr/>
          </p:nvSpPr>
          <p:spPr>
            <a:xfrm flipH="1">
              <a:off x="1428539" y="2262034"/>
              <a:ext cx="461007" cy="45211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21FFEBB-7E67-8DFC-F76C-F835A509F5D6}"/>
              </a:ext>
            </a:extLst>
          </p:cNvPr>
          <p:cNvGrpSpPr/>
          <p:nvPr/>
        </p:nvGrpSpPr>
        <p:grpSpPr>
          <a:xfrm rot="5400000">
            <a:off x="5442402" y="1198438"/>
            <a:ext cx="623992" cy="562114"/>
            <a:chOff x="1347048" y="2207037"/>
            <a:chExt cx="623992" cy="56211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36E4681E-A151-9088-BAEB-2F13D49AFCD6}"/>
                </a:ext>
              </a:extLst>
            </p:cNvPr>
            <p:cNvSpPr/>
            <p:nvPr/>
          </p:nvSpPr>
          <p:spPr>
            <a:xfrm>
              <a:off x="1347048" y="2207037"/>
              <a:ext cx="623992" cy="562114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80D1B25-5313-13C2-266E-2346AB790738}"/>
                </a:ext>
              </a:extLst>
            </p:cNvPr>
            <p:cNvSpPr/>
            <p:nvPr/>
          </p:nvSpPr>
          <p:spPr>
            <a:xfrm flipH="1">
              <a:off x="1428539" y="2262034"/>
              <a:ext cx="461007" cy="45211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BDF1FF5-047F-6356-6309-B72922C17888}"/>
              </a:ext>
            </a:extLst>
          </p:cNvPr>
          <p:cNvGrpSpPr/>
          <p:nvPr/>
        </p:nvGrpSpPr>
        <p:grpSpPr>
          <a:xfrm rot="5400000">
            <a:off x="4060227" y="1198438"/>
            <a:ext cx="623992" cy="562114"/>
            <a:chOff x="1347048" y="2207037"/>
            <a:chExt cx="623992" cy="562114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951AF5F-FA60-F152-6A1E-73313ACD93F4}"/>
                </a:ext>
              </a:extLst>
            </p:cNvPr>
            <p:cNvSpPr/>
            <p:nvPr/>
          </p:nvSpPr>
          <p:spPr>
            <a:xfrm>
              <a:off x="1347048" y="2207037"/>
              <a:ext cx="623992" cy="562114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F0AA1B6-DE24-FBAA-698A-AAB7AF7B9F6D}"/>
                </a:ext>
              </a:extLst>
            </p:cNvPr>
            <p:cNvSpPr/>
            <p:nvPr/>
          </p:nvSpPr>
          <p:spPr>
            <a:xfrm flipH="1">
              <a:off x="1428539" y="2262034"/>
              <a:ext cx="461007" cy="45211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4D45546-C36B-EE4C-9035-08F604DFE74B}"/>
              </a:ext>
            </a:extLst>
          </p:cNvPr>
          <p:cNvGrpSpPr/>
          <p:nvPr/>
        </p:nvGrpSpPr>
        <p:grpSpPr>
          <a:xfrm rot="5400000">
            <a:off x="2678052" y="1198438"/>
            <a:ext cx="623992" cy="562114"/>
            <a:chOff x="1347048" y="2207037"/>
            <a:chExt cx="623992" cy="562114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BB15BBFE-25B5-79B4-E543-79D4A094D255}"/>
                </a:ext>
              </a:extLst>
            </p:cNvPr>
            <p:cNvSpPr/>
            <p:nvPr/>
          </p:nvSpPr>
          <p:spPr>
            <a:xfrm>
              <a:off x="1347048" y="2207037"/>
              <a:ext cx="623992" cy="562114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63E7838-A279-2FAD-15AA-AA89C4894E5F}"/>
                </a:ext>
              </a:extLst>
            </p:cNvPr>
            <p:cNvSpPr/>
            <p:nvPr/>
          </p:nvSpPr>
          <p:spPr>
            <a:xfrm flipH="1">
              <a:off x="1428539" y="2262034"/>
              <a:ext cx="461007" cy="45211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61F3CF8-C657-5ACF-617A-86792C3A220C}"/>
              </a:ext>
            </a:extLst>
          </p:cNvPr>
          <p:cNvSpPr txBox="1"/>
          <p:nvPr/>
        </p:nvSpPr>
        <p:spPr>
          <a:xfrm>
            <a:off x="182880" y="83820"/>
            <a:ext cx="894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Design Overview: overall architecture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GB" sz="3200" b="1" dirty="0">
                <a:latin typeface="Arial" panose="020B0604020202020204" pitchFamily="34" charset="0"/>
                <a:cs typeface="Arial" panose="020B0604020202020204" pitchFamily="34" charset="0"/>
              </a:rPr>
              <a:t>2.0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340760-275E-E3F2-A076-D0F71B9B69CA}"/>
              </a:ext>
            </a:extLst>
          </p:cNvPr>
          <p:cNvSpPr txBox="1"/>
          <p:nvPr/>
        </p:nvSpPr>
        <p:spPr>
          <a:xfrm>
            <a:off x="7042590" y="1316555"/>
            <a:ext cx="1272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···</a:t>
            </a:r>
            <a:endParaRPr lang="en-GB" sz="28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C6E0F9-C3FD-394E-CF15-DD84E4205C1B}"/>
              </a:ext>
            </a:extLst>
          </p:cNvPr>
          <p:cNvSpPr/>
          <p:nvPr/>
        </p:nvSpPr>
        <p:spPr>
          <a:xfrm rot="5400000" flipH="1">
            <a:off x="2759544" y="2500944"/>
            <a:ext cx="461007" cy="452119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D88D9D7-1368-7B1A-0280-2E828BD20D93}"/>
              </a:ext>
            </a:extLst>
          </p:cNvPr>
          <p:cNvSpPr/>
          <p:nvPr/>
        </p:nvSpPr>
        <p:spPr>
          <a:xfrm rot="5400000" flipH="1">
            <a:off x="4141719" y="2500943"/>
            <a:ext cx="461007" cy="452119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6EC4126-E5D9-D5DE-799B-9798F84674AC}"/>
              </a:ext>
            </a:extLst>
          </p:cNvPr>
          <p:cNvSpPr/>
          <p:nvPr/>
        </p:nvSpPr>
        <p:spPr>
          <a:xfrm rot="5400000" flipH="1">
            <a:off x="5523895" y="2500943"/>
            <a:ext cx="461007" cy="452119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838C57D-7EF4-D1C0-C5B6-FF0E78859E36}"/>
              </a:ext>
            </a:extLst>
          </p:cNvPr>
          <p:cNvSpPr txBox="1"/>
          <p:nvPr/>
        </p:nvSpPr>
        <p:spPr>
          <a:xfrm>
            <a:off x="7042589" y="2455083"/>
            <a:ext cx="1272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···</a:t>
            </a:r>
            <a:endParaRPr lang="en-GB" sz="2800" b="1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01AEC5-E2F8-E2B9-FC25-0D6CAA5931C9}"/>
              </a:ext>
            </a:extLst>
          </p:cNvPr>
          <p:cNvSpPr/>
          <p:nvPr/>
        </p:nvSpPr>
        <p:spPr>
          <a:xfrm rot="5400000" flipH="1">
            <a:off x="8598207" y="2500942"/>
            <a:ext cx="461007" cy="452119"/>
          </a:xfrm>
          <a:prstGeom prst="rect">
            <a:avLst/>
          </a:prstGeom>
          <a:solidFill>
            <a:schemeClr val="accent4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64AD519-8539-2FCE-B522-59EE0493E043}"/>
              </a:ext>
            </a:extLst>
          </p:cNvPr>
          <p:cNvSpPr txBox="1"/>
          <p:nvPr/>
        </p:nvSpPr>
        <p:spPr>
          <a:xfrm>
            <a:off x="2202808" y="1813032"/>
            <a:ext cx="846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DVP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303D2DD-6E5C-8BF7-4238-00319B3323E9}"/>
              </a:ext>
            </a:extLst>
          </p:cNvPr>
          <p:cNvCxnSpPr>
            <a:stCxn id="23" idx="3"/>
            <a:endCxn id="11" idx="3"/>
          </p:cNvCxnSpPr>
          <p:nvPr/>
        </p:nvCxnSpPr>
        <p:spPr>
          <a:xfrm flipH="1">
            <a:off x="2990047" y="1791491"/>
            <a:ext cx="1" cy="705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2120D59-A271-2D37-0059-8941581131F1}"/>
              </a:ext>
            </a:extLst>
          </p:cNvPr>
          <p:cNvCxnSpPr>
            <a:cxnSpLocks/>
            <a:stCxn id="20" idx="3"/>
            <a:endCxn id="28" idx="3"/>
          </p:cNvCxnSpPr>
          <p:nvPr/>
        </p:nvCxnSpPr>
        <p:spPr>
          <a:xfrm flipH="1">
            <a:off x="4372222" y="1791491"/>
            <a:ext cx="1" cy="705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668B55BE-FFC8-9A3C-CA4B-7B9F792232C0}"/>
              </a:ext>
            </a:extLst>
          </p:cNvPr>
          <p:cNvCxnSpPr>
            <a:cxnSpLocks/>
            <a:stCxn id="17" idx="3"/>
            <a:endCxn id="29" idx="3"/>
          </p:cNvCxnSpPr>
          <p:nvPr/>
        </p:nvCxnSpPr>
        <p:spPr>
          <a:xfrm>
            <a:off x="5754398" y="1791491"/>
            <a:ext cx="0" cy="705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2D3244F-7E16-B66D-5082-DB9C912CD0BB}"/>
              </a:ext>
            </a:extLst>
          </p:cNvPr>
          <p:cNvCxnSpPr>
            <a:cxnSpLocks/>
            <a:endCxn id="31" idx="3"/>
          </p:cNvCxnSpPr>
          <p:nvPr/>
        </p:nvCxnSpPr>
        <p:spPr>
          <a:xfrm>
            <a:off x="8828710" y="1839775"/>
            <a:ext cx="0" cy="656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矩形 54">
            <a:extLst>
              <a:ext uri="{FF2B5EF4-FFF2-40B4-BE49-F238E27FC236}">
                <a16:creationId xmlns:a16="http://schemas.microsoft.com/office/drawing/2014/main" id="{6AE6336F-08CC-7373-2870-EDC0530995FA}"/>
              </a:ext>
            </a:extLst>
          </p:cNvPr>
          <p:cNvSpPr/>
          <p:nvPr/>
        </p:nvSpPr>
        <p:spPr>
          <a:xfrm flipH="1">
            <a:off x="3526154" y="3587948"/>
            <a:ext cx="4908607" cy="570556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E3491238-E9AD-349A-2B95-6F14525B6104}"/>
              </a:ext>
            </a:extLst>
          </p:cNvPr>
          <p:cNvCxnSpPr>
            <a:cxnSpLocks/>
            <a:stCxn id="11" idx="1"/>
          </p:cNvCxnSpPr>
          <p:nvPr/>
        </p:nvCxnSpPr>
        <p:spPr>
          <a:xfrm>
            <a:off x="2990047" y="2957507"/>
            <a:ext cx="2409069" cy="9429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C91062B-7840-6084-1542-93FFA7118A52}"/>
              </a:ext>
            </a:extLst>
          </p:cNvPr>
          <p:cNvCxnSpPr>
            <a:cxnSpLocks/>
            <a:stCxn id="28" idx="1"/>
          </p:cNvCxnSpPr>
          <p:nvPr/>
        </p:nvCxnSpPr>
        <p:spPr>
          <a:xfrm>
            <a:off x="4372222" y="2957506"/>
            <a:ext cx="1224941" cy="942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960615E3-3625-2564-AB12-FD01B93135B0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5754397" y="2957506"/>
            <a:ext cx="1" cy="942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1BBE6B49-D7F9-B5D2-2E62-943821809E9B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6543424" y="2957505"/>
            <a:ext cx="2285286" cy="922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377E9AF4-FC66-9BC7-4BB4-84C056094BF5}"/>
              </a:ext>
            </a:extLst>
          </p:cNvPr>
          <p:cNvCxnSpPr>
            <a:cxnSpLocks/>
          </p:cNvCxnSpPr>
          <p:nvPr/>
        </p:nvCxnSpPr>
        <p:spPr>
          <a:xfrm>
            <a:off x="5399116" y="4119740"/>
            <a:ext cx="0" cy="885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30772B93-D013-813B-8C8E-7412E35AAE66}"/>
              </a:ext>
            </a:extLst>
          </p:cNvPr>
          <p:cNvSpPr/>
          <p:nvPr/>
        </p:nvSpPr>
        <p:spPr>
          <a:xfrm flipH="1">
            <a:off x="4822563" y="3928858"/>
            <a:ext cx="2315789" cy="190882"/>
          </a:xfrm>
          <a:prstGeom prst="rect">
            <a:avLst/>
          </a:prstGeom>
          <a:solidFill>
            <a:schemeClr val="tx1">
              <a:lumMod val="95000"/>
              <a:lumOff val="5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523D2708-C4F4-8AA2-B36A-55BDD0EE1ED2}"/>
              </a:ext>
            </a:extLst>
          </p:cNvPr>
          <p:cNvCxnSpPr>
            <a:cxnSpLocks/>
          </p:cNvCxnSpPr>
          <p:nvPr/>
        </p:nvCxnSpPr>
        <p:spPr>
          <a:xfrm>
            <a:off x="5597163" y="4119740"/>
            <a:ext cx="0" cy="885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3C502986-CC24-65C8-4481-7AE47D455CA5}"/>
              </a:ext>
            </a:extLst>
          </p:cNvPr>
          <p:cNvCxnSpPr>
            <a:cxnSpLocks/>
          </p:cNvCxnSpPr>
          <p:nvPr/>
        </p:nvCxnSpPr>
        <p:spPr>
          <a:xfrm>
            <a:off x="5783893" y="4119740"/>
            <a:ext cx="0" cy="885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50C49287-6BEF-0062-5FF5-90370D97E319}"/>
              </a:ext>
            </a:extLst>
          </p:cNvPr>
          <p:cNvCxnSpPr>
            <a:cxnSpLocks/>
          </p:cNvCxnSpPr>
          <p:nvPr/>
        </p:nvCxnSpPr>
        <p:spPr>
          <a:xfrm>
            <a:off x="5978067" y="4119740"/>
            <a:ext cx="0" cy="885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0CB3CBC-013F-ED55-6987-5F490FFA6056}"/>
              </a:ext>
            </a:extLst>
          </p:cNvPr>
          <p:cNvCxnSpPr>
            <a:cxnSpLocks/>
          </p:cNvCxnSpPr>
          <p:nvPr/>
        </p:nvCxnSpPr>
        <p:spPr>
          <a:xfrm>
            <a:off x="6169796" y="4119740"/>
            <a:ext cx="0" cy="885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CB448F27-48FB-64FD-215E-F2EDFE7BCF57}"/>
              </a:ext>
            </a:extLst>
          </p:cNvPr>
          <p:cNvCxnSpPr>
            <a:cxnSpLocks/>
          </p:cNvCxnSpPr>
          <p:nvPr/>
        </p:nvCxnSpPr>
        <p:spPr>
          <a:xfrm>
            <a:off x="6371358" y="4119740"/>
            <a:ext cx="0" cy="885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05CF35B6-81B9-BBF0-17F3-75DB043240F3}"/>
              </a:ext>
            </a:extLst>
          </p:cNvPr>
          <p:cNvCxnSpPr>
            <a:cxnSpLocks/>
          </p:cNvCxnSpPr>
          <p:nvPr/>
        </p:nvCxnSpPr>
        <p:spPr>
          <a:xfrm>
            <a:off x="6543424" y="4119740"/>
            <a:ext cx="0" cy="8855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01E63-7933-25E6-5028-8757C9E99783}"/>
              </a:ext>
            </a:extLst>
          </p:cNvPr>
          <p:cNvSpPr txBox="1"/>
          <p:nvPr/>
        </p:nvSpPr>
        <p:spPr>
          <a:xfrm>
            <a:off x="6627707" y="4357144"/>
            <a:ext cx="137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Pin Header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C1B052F-5FC7-7C2F-9510-BB9A51208C7B}"/>
              </a:ext>
            </a:extLst>
          </p:cNvPr>
          <p:cNvSpPr txBox="1"/>
          <p:nvPr/>
        </p:nvSpPr>
        <p:spPr>
          <a:xfrm>
            <a:off x="8279074" y="3695032"/>
            <a:ext cx="2677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Strengthened FPC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1033326-4719-B493-1CAC-339F615B0770}"/>
              </a:ext>
            </a:extLst>
          </p:cNvPr>
          <p:cNvSpPr txBox="1"/>
          <p:nvPr/>
        </p:nvSpPr>
        <p:spPr>
          <a:xfrm>
            <a:off x="9015441" y="2532027"/>
            <a:ext cx="137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RP2354A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5A03BDB-A288-C216-E079-0F12596E4CEB}"/>
              </a:ext>
            </a:extLst>
          </p:cNvPr>
          <p:cNvSpPr txBox="1"/>
          <p:nvPr/>
        </p:nvSpPr>
        <p:spPr>
          <a:xfrm>
            <a:off x="8139390" y="811355"/>
            <a:ext cx="137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OV5640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18986B0-D32A-9E54-6A53-AA5FE9BA1716}"/>
              </a:ext>
            </a:extLst>
          </p:cNvPr>
          <p:cNvSpPr txBox="1"/>
          <p:nvPr/>
        </p:nvSpPr>
        <p:spPr>
          <a:xfrm>
            <a:off x="8217643" y="3136559"/>
            <a:ext cx="2600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Inter-FPC connection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70BA3E56-B471-4BA3-8121-84BDD8F7A364}"/>
              </a:ext>
            </a:extLst>
          </p:cNvPr>
          <p:cNvSpPr txBox="1"/>
          <p:nvPr/>
        </p:nvSpPr>
        <p:spPr>
          <a:xfrm>
            <a:off x="9333656" y="1453161"/>
            <a:ext cx="77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FPC</a:t>
            </a:r>
            <a:endParaRPr lang="en-GB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5B1653E6-FC93-8508-92D7-9BAE5A1E608D}"/>
              </a:ext>
            </a:extLst>
          </p:cNvPr>
          <p:cNvSpPr txBox="1"/>
          <p:nvPr/>
        </p:nvSpPr>
        <p:spPr>
          <a:xfrm>
            <a:off x="6864415" y="5201874"/>
            <a:ext cx="1980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FPGA board</a:t>
            </a:r>
          </a:p>
          <a:p>
            <a:pPr algn="ctr"/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pynq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GB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zynq</a:t>
            </a:r>
            <a:r>
              <a:rPr lang="en-GB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CD1B9A43-4CF2-1127-54DB-C84EFC75F2BC}"/>
              </a:ext>
            </a:extLst>
          </p:cNvPr>
          <p:cNvSpPr txBox="1"/>
          <p:nvPr/>
        </p:nvSpPr>
        <p:spPr>
          <a:xfrm>
            <a:off x="2708991" y="5171095"/>
            <a:ext cx="2358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PL: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data receive</a:t>
            </a:r>
          </a:p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PS: data process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6AD8DA3-4798-2734-8FCA-3E6E1CA5F198}"/>
              </a:ext>
            </a:extLst>
          </p:cNvPr>
          <p:cNvSpPr txBox="1"/>
          <p:nvPr/>
        </p:nvSpPr>
        <p:spPr>
          <a:xfrm>
            <a:off x="2244481" y="2143009"/>
            <a:ext cx="846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PIO</a:t>
            </a:r>
          </a:p>
        </p:txBody>
      </p:sp>
    </p:spTree>
    <p:extLst>
      <p:ext uri="{BB962C8B-B14F-4D97-AF65-F5344CB8AC3E}">
        <p14:creationId xmlns:p14="http://schemas.microsoft.com/office/powerpoint/2010/main" val="1426437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DBDE1DA-A2FD-76DC-64D7-4E663DB0F58A}"/>
              </a:ext>
            </a:extLst>
          </p:cNvPr>
          <p:cNvSpPr/>
          <p:nvPr/>
        </p:nvSpPr>
        <p:spPr>
          <a:xfrm rot="5400000" flipH="1">
            <a:off x="4323441" y="-353108"/>
            <a:ext cx="1350999" cy="8046280"/>
          </a:xfrm>
          <a:prstGeom prst="rect">
            <a:avLst/>
          </a:prstGeom>
          <a:solidFill>
            <a:schemeClr val="accent2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8E8B1BF-ED0D-CF6B-3A3B-9A48315CDB48}"/>
              </a:ext>
            </a:extLst>
          </p:cNvPr>
          <p:cNvSpPr/>
          <p:nvPr/>
        </p:nvSpPr>
        <p:spPr>
          <a:xfrm flipH="1">
            <a:off x="9022079" y="2994532"/>
            <a:ext cx="2082801" cy="1351000"/>
          </a:xfrm>
          <a:prstGeom prst="rect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990BC36-1CA3-5609-835B-985FA049FF50}"/>
              </a:ext>
            </a:extLst>
          </p:cNvPr>
          <p:cNvGrpSpPr/>
          <p:nvPr/>
        </p:nvGrpSpPr>
        <p:grpSpPr>
          <a:xfrm>
            <a:off x="1324872" y="3358036"/>
            <a:ext cx="938530" cy="805744"/>
            <a:chOff x="1324872" y="2659944"/>
            <a:chExt cx="938530" cy="80574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BFF3824-2BE3-A140-11EC-6A48C215A405}"/>
                </a:ext>
              </a:extLst>
            </p:cNvPr>
            <p:cNvSpPr/>
            <p:nvPr/>
          </p:nvSpPr>
          <p:spPr>
            <a:xfrm rot="5400000" flipH="1">
              <a:off x="1412462" y="3009125"/>
              <a:ext cx="461007" cy="45211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CAAADEA-C542-7270-7214-9440774A5E08}"/>
                </a:ext>
              </a:extLst>
            </p:cNvPr>
            <p:cNvSpPr/>
            <p:nvPr/>
          </p:nvSpPr>
          <p:spPr>
            <a:xfrm rot="5400000">
              <a:off x="1330970" y="2653846"/>
              <a:ext cx="623992" cy="63618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8088FD3-0893-F747-029E-00D06198262C}"/>
                </a:ext>
              </a:extLst>
            </p:cNvPr>
            <p:cNvSpPr/>
            <p:nvPr/>
          </p:nvSpPr>
          <p:spPr>
            <a:xfrm rot="5400000" flipH="1">
              <a:off x="2035120" y="3055654"/>
              <a:ext cx="230504" cy="2260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E6F8CE7-050A-497A-64EF-031E17BE9BA8}"/>
              </a:ext>
            </a:extLst>
          </p:cNvPr>
          <p:cNvGrpSpPr/>
          <p:nvPr/>
        </p:nvGrpSpPr>
        <p:grpSpPr>
          <a:xfrm>
            <a:off x="2780292" y="3348652"/>
            <a:ext cx="938530" cy="805744"/>
            <a:chOff x="1324872" y="2659944"/>
            <a:chExt cx="938530" cy="805744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DE3F34D-AC94-9A8B-40F9-8E5D7953A236}"/>
                </a:ext>
              </a:extLst>
            </p:cNvPr>
            <p:cNvSpPr/>
            <p:nvPr/>
          </p:nvSpPr>
          <p:spPr>
            <a:xfrm rot="5400000" flipH="1">
              <a:off x="1412462" y="3009125"/>
              <a:ext cx="461007" cy="45211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4BC8942-793C-187B-B36D-8ACC25254328}"/>
                </a:ext>
              </a:extLst>
            </p:cNvPr>
            <p:cNvSpPr/>
            <p:nvPr/>
          </p:nvSpPr>
          <p:spPr>
            <a:xfrm rot="5400000">
              <a:off x="1330970" y="2653846"/>
              <a:ext cx="623992" cy="63618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8B5ACE4-CC83-EC14-E445-CFF0D83A4B8C}"/>
                </a:ext>
              </a:extLst>
            </p:cNvPr>
            <p:cNvSpPr/>
            <p:nvPr/>
          </p:nvSpPr>
          <p:spPr>
            <a:xfrm rot="5400000" flipH="1">
              <a:off x="2035120" y="3055654"/>
              <a:ext cx="230504" cy="2260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3D58236-681F-6C62-7F19-CB1B19D83620}"/>
              </a:ext>
            </a:extLst>
          </p:cNvPr>
          <p:cNvGrpSpPr/>
          <p:nvPr/>
        </p:nvGrpSpPr>
        <p:grpSpPr>
          <a:xfrm>
            <a:off x="4340612" y="3339268"/>
            <a:ext cx="938530" cy="805744"/>
            <a:chOff x="1324872" y="2659944"/>
            <a:chExt cx="938530" cy="805744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DAB745A-1D55-363D-4197-B5AF7175DA01}"/>
                </a:ext>
              </a:extLst>
            </p:cNvPr>
            <p:cNvSpPr/>
            <p:nvPr/>
          </p:nvSpPr>
          <p:spPr>
            <a:xfrm rot="5400000" flipH="1">
              <a:off x="1412462" y="3009125"/>
              <a:ext cx="461007" cy="45211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2CC1FFB-E29B-E255-0149-B6D3DF704D6F}"/>
                </a:ext>
              </a:extLst>
            </p:cNvPr>
            <p:cNvSpPr/>
            <p:nvPr/>
          </p:nvSpPr>
          <p:spPr>
            <a:xfrm rot="5400000">
              <a:off x="1330970" y="2653846"/>
              <a:ext cx="623992" cy="63618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4BA72C02-5AF4-4ACF-6B1D-D2083FE44F4C}"/>
                </a:ext>
              </a:extLst>
            </p:cNvPr>
            <p:cNvSpPr/>
            <p:nvPr/>
          </p:nvSpPr>
          <p:spPr>
            <a:xfrm rot="5400000" flipH="1">
              <a:off x="2035120" y="3055654"/>
              <a:ext cx="230504" cy="2260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443924F-426E-1EAB-856D-2C3F351C95E4}"/>
              </a:ext>
            </a:extLst>
          </p:cNvPr>
          <p:cNvGrpSpPr/>
          <p:nvPr/>
        </p:nvGrpSpPr>
        <p:grpSpPr>
          <a:xfrm>
            <a:off x="7660304" y="3346464"/>
            <a:ext cx="938530" cy="805744"/>
            <a:chOff x="1324872" y="2659944"/>
            <a:chExt cx="938530" cy="805744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C0C91BF-8732-EC10-38F1-A5098DB773EA}"/>
                </a:ext>
              </a:extLst>
            </p:cNvPr>
            <p:cNvSpPr/>
            <p:nvPr/>
          </p:nvSpPr>
          <p:spPr>
            <a:xfrm rot="5400000" flipH="1">
              <a:off x="1412462" y="3009125"/>
              <a:ext cx="461007" cy="452119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0538EBA-0A79-AEBA-7F51-988CE8EC9E9D}"/>
                </a:ext>
              </a:extLst>
            </p:cNvPr>
            <p:cNvSpPr/>
            <p:nvPr/>
          </p:nvSpPr>
          <p:spPr>
            <a:xfrm rot="5400000">
              <a:off x="1330970" y="2653846"/>
              <a:ext cx="623992" cy="636188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8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DF6D296-5DC8-A65B-54A0-9CE100D6EB62}"/>
                </a:ext>
              </a:extLst>
            </p:cNvPr>
            <p:cNvSpPr/>
            <p:nvPr/>
          </p:nvSpPr>
          <p:spPr>
            <a:xfrm rot="5400000" flipH="1">
              <a:off x="2035120" y="3055654"/>
              <a:ext cx="230504" cy="226060"/>
            </a:xfrm>
            <a:prstGeom prst="rect">
              <a:avLst/>
            </a:prstGeom>
            <a:solidFill>
              <a:schemeClr val="tx2">
                <a:lumMod val="50000"/>
                <a:lumOff val="50000"/>
                <a:alpha val="6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3C8A9488-5A22-1FD4-B251-4F5E43C217BE}"/>
              </a:ext>
            </a:extLst>
          </p:cNvPr>
          <p:cNvSpPr txBox="1"/>
          <p:nvPr/>
        </p:nvSpPr>
        <p:spPr>
          <a:xfrm>
            <a:off x="6252709" y="3489914"/>
            <a:ext cx="1272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···</a:t>
            </a:r>
            <a:endParaRPr lang="en-GB" sz="2800" b="1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E5E7239-5EB8-BDC3-A865-7B8744923BDC}"/>
              </a:ext>
            </a:extLst>
          </p:cNvPr>
          <p:cNvSpPr/>
          <p:nvPr/>
        </p:nvSpPr>
        <p:spPr>
          <a:xfrm flipH="1">
            <a:off x="9122269" y="4042313"/>
            <a:ext cx="1894312" cy="205398"/>
          </a:xfrm>
          <a:prstGeom prst="rect">
            <a:avLst/>
          </a:prstGeom>
          <a:solidFill>
            <a:schemeClr val="tx1">
              <a:lumMod val="95000"/>
              <a:lumOff val="5000"/>
              <a:alpha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10BFDFE-C3A0-F1C4-2B51-4E19C814FBD1}"/>
              </a:ext>
            </a:extLst>
          </p:cNvPr>
          <p:cNvSpPr/>
          <p:nvPr/>
        </p:nvSpPr>
        <p:spPr>
          <a:xfrm>
            <a:off x="9183354" y="4073017"/>
            <a:ext cx="136320" cy="1439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B10086D-FD12-FBEC-3FEC-A9E7E8537C54}"/>
              </a:ext>
            </a:extLst>
          </p:cNvPr>
          <p:cNvSpPr/>
          <p:nvPr/>
        </p:nvSpPr>
        <p:spPr>
          <a:xfrm>
            <a:off x="9419862" y="4073017"/>
            <a:ext cx="136320" cy="1439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E9892774-F44C-7195-7A7E-1E10F8C8290B}"/>
              </a:ext>
            </a:extLst>
          </p:cNvPr>
          <p:cNvSpPr/>
          <p:nvPr/>
        </p:nvSpPr>
        <p:spPr>
          <a:xfrm>
            <a:off x="9656370" y="4073017"/>
            <a:ext cx="136320" cy="1439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5FA8DA7-7F39-DADB-CDDD-2D89510CE1F2}"/>
              </a:ext>
            </a:extLst>
          </p:cNvPr>
          <p:cNvSpPr/>
          <p:nvPr/>
        </p:nvSpPr>
        <p:spPr>
          <a:xfrm>
            <a:off x="9889062" y="4073017"/>
            <a:ext cx="136320" cy="1439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5550309E-4B83-D322-D1E0-A45F58CBEE78}"/>
              </a:ext>
            </a:extLst>
          </p:cNvPr>
          <p:cNvSpPr/>
          <p:nvPr/>
        </p:nvSpPr>
        <p:spPr>
          <a:xfrm>
            <a:off x="10121754" y="4070477"/>
            <a:ext cx="136320" cy="1439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013C8F8-00E2-6DC3-F1C7-B8577E3E0C4A}"/>
              </a:ext>
            </a:extLst>
          </p:cNvPr>
          <p:cNvSpPr txBox="1"/>
          <p:nvPr/>
        </p:nvSpPr>
        <p:spPr>
          <a:xfrm>
            <a:off x="10309858" y="3865482"/>
            <a:ext cx="1272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</a:rPr>
              <a:t>···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0C7E07B-9C11-DE58-9B89-6F24517E7C8C}"/>
              </a:ext>
            </a:extLst>
          </p:cNvPr>
          <p:cNvSpPr/>
          <p:nvPr/>
        </p:nvSpPr>
        <p:spPr>
          <a:xfrm>
            <a:off x="10796552" y="4070477"/>
            <a:ext cx="136320" cy="14399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845D2C-BAF1-82B4-F816-F1D67410947B}"/>
              </a:ext>
            </a:extLst>
          </p:cNvPr>
          <p:cNvSpPr/>
          <p:nvPr/>
        </p:nvSpPr>
        <p:spPr>
          <a:xfrm>
            <a:off x="9124185" y="3167557"/>
            <a:ext cx="1072230" cy="6560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BUCK/LDO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0648EC7-B4F8-3808-B314-079114EB6145}"/>
              </a:ext>
            </a:extLst>
          </p:cNvPr>
          <p:cNvSpPr/>
          <p:nvPr/>
        </p:nvSpPr>
        <p:spPr>
          <a:xfrm>
            <a:off x="10293622" y="3167557"/>
            <a:ext cx="456727" cy="6560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V</a:t>
            </a:r>
            <a:r>
              <a:rPr lang="en-GB" sz="1100" dirty="0"/>
              <a:t>in</a:t>
            </a:r>
            <a:endParaRPr lang="en-GB" sz="14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9D3C4DB-82A0-4171-2C2D-698F828A5A59}"/>
              </a:ext>
            </a:extLst>
          </p:cNvPr>
          <p:cNvSpPr txBox="1"/>
          <p:nvPr/>
        </p:nvSpPr>
        <p:spPr>
          <a:xfrm>
            <a:off x="975800" y="2407124"/>
            <a:ext cx="137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OV5640 </a:t>
            </a:r>
          </a:p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(front)</a:t>
            </a:r>
            <a:endParaRPr lang="en-GB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D972263-2E55-20F5-3736-0759E3145525}"/>
              </a:ext>
            </a:extLst>
          </p:cNvPr>
          <p:cNvSpPr txBox="1"/>
          <p:nvPr/>
        </p:nvSpPr>
        <p:spPr>
          <a:xfrm>
            <a:off x="1615746" y="4542476"/>
            <a:ext cx="1999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ASM330LHH </a:t>
            </a:r>
          </a:p>
          <a:p>
            <a:pPr algn="ctr"/>
            <a:r>
              <a:rPr lang="en-GB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(back)</a:t>
            </a:r>
            <a:r>
              <a:rPr lang="en-GB" altLang="zh-CN" sz="1400" dirty="0"/>
              <a:t> </a:t>
            </a:r>
            <a:endParaRPr lang="en-GB" altLang="zh-CN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15100214-4507-4923-3D75-A8C40956DE2E}"/>
              </a:ext>
            </a:extLst>
          </p:cNvPr>
          <p:cNvCxnSpPr>
            <a:cxnSpLocks/>
          </p:cNvCxnSpPr>
          <p:nvPr/>
        </p:nvCxnSpPr>
        <p:spPr>
          <a:xfrm>
            <a:off x="2150372" y="3921704"/>
            <a:ext cx="0" cy="6326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5B5B132-4810-3198-A469-3CE6370E3AF3}"/>
              </a:ext>
            </a:extLst>
          </p:cNvPr>
          <p:cNvSpPr txBox="1"/>
          <p:nvPr/>
        </p:nvSpPr>
        <p:spPr>
          <a:xfrm>
            <a:off x="660165" y="4536380"/>
            <a:ext cx="1208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RP2354A </a:t>
            </a:r>
          </a:p>
          <a:p>
            <a:pPr algn="ctr"/>
            <a:r>
              <a:rPr lang="en-GB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(back)</a:t>
            </a:r>
            <a:endParaRPr lang="en-GB" altLang="zh-CN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1E0ED21-47C2-353E-00AB-9885423C1731}"/>
              </a:ext>
            </a:extLst>
          </p:cNvPr>
          <p:cNvCxnSpPr>
            <a:cxnSpLocks/>
          </p:cNvCxnSpPr>
          <p:nvPr/>
        </p:nvCxnSpPr>
        <p:spPr>
          <a:xfrm>
            <a:off x="1665120" y="4060287"/>
            <a:ext cx="0" cy="4940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F1CDA09D-E1E0-6989-E784-6C9EFE47CA65}"/>
              </a:ext>
            </a:extLst>
          </p:cNvPr>
          <p:cNvSpPr/>
          <p:nvPr/>
        </p:nvSpPr>
        <p:spPr>
          <a:xfrm>
            <a:off x="1165187" y="3167557"/>
            <a:ext cx="955556" cy="107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D0AF33E-2BD3-27CA-C947-DDD9FE982A4A}"/>
              </a:ext>
            </a:extLst>
          </p:cNvPr>
          <p:cNvSpPr/>
          <p:nvPr/>
        </p:nvSpPr>
        <p:spPr>
          <a:xfrm>
            <a:off x="2620607" y="3167557"/>
            <a:ext cx="955556" cy="107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0F34723-F8F0-6CA0-F05C-A1F57BD291C2}"/>
              </a:ext>
            </a:extLst>
          </p:cNvPr>
          <p:cNvSpPr/>
          <p:nvPr/>
        </p:nvSpPr>
        <p:spPr>
          <a:xfrm>
            <a:off x="4180927" y="3167557"/>
            <a:ext cx="955556" cy="107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8746B25-AB4B-0311-2CA8-EF6B4F31D0F7}"/>
              </a:ext>
            </a:extLst>
          </p:cNvPr>
          <p:cNvSpPr/>
          <p:nvPr/>
        </p:nvSpPr>
        <p:spPr>
          <a:xfrm>
            <a:off x="7500619" y="3171468"/>
            <a:ext cx="955556" cy="107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64A059E5-04B2-4173-621F-DD4AD92C4F11}"/>
              </a:ext>
            </a:extLst>
          </p:cNvPr>
          <p:cNvCxnSpPr>
            <a:cxnSpLocks/>
          </p:cNvCxnSpPr>
          <p:nvPr/>
        </p:nvCxnSpPr>
        <p:spPr>
          <a:xfrm>
            <a:off x="2780292" y="2599141"/>
            <a:ext cx="0" cy="626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A0C9860-AD82-0130-FC83-D25D657322AF}"/>
              </a:ext>
            </a:extLst>
          </p:cNvPr>
          <p:cNvCxnSpPr>
            <a:cxnSpLocks/>
          </p:cNvCxnSpPr>
          <p:nvPr/>
        </p:nvCxnSpPr>
        <p:spPr>
          <a:xfrm>
            <a:off x="1665120" y="2912370"/>
            <a:ext cx="0" cy="626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BD8B3A65-5A8E-B004-DB95-7B954B9110EA}"/>
              </a:ext>
            </a:extLst>
          </p:cNvPr>
          <p:cNvSpPr txBox="1"/>
          <p:nvPr/>
        </p:nvSpPr>
        <p:spPr>
          <a:xfrm>
            <a:off x="2555013" y="2307771"/>
            <a:ext cx="1535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ZIF Connector</a:t>
            </a: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26007D07-D449-E8B8-2618-70A7424C2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504" y="1298166"/>
            <a:ext cx="1208861" cy="88743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64FAE7FB-49C8-BB6C-9207-FD0D395BA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945" y="2336857"/>
            <a:ext cx="1284603" cy="515716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2F63EB37-7A09-C85E-E0F9-B46DB843BDFA}"/>
              </a:ext>
            </a:extLst>
          </p:cNvPr>
          <p:cNvSpPr txBox="1"/>
          <p:nvPr/>
        </p:nvSpPr>
        <p:spPr>
          <a:xfrm>
            <a:off x="182880" y="83820"/>
            <a:ext cx="894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Layout Overview</a:t>
            </a:r>
            <a:endParaRPr lang="en-GB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5496002E-FACB-6319-112F-69B9F13479A7}"/>
              </a:ext>
            </a:extLst>
          </p:cNvPr>
          <p:cNvCxnSpPr>
            <a:cxnSpLocks/>
          </p:cNvCxnSpPr>
          <p:nvPr/>
        </p:nvCxnSpPr>
        <p:spPr>
          <a:xfrm>
            <a:off x="9365394" y="4163780"/>
            <a:ext cx="0" cy="626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1F66CE62-58E8-4F14-F4BA-5E147FA720F5}"/>
              </a:ext>
            </a:extLst>
          </p:cNvPr>
          <p:cNvSpPr txBox="1"/>
          <p:nvPr/>
        </p:nvSpPr>
        <p:spPr>
          <a:xfrm>
            <a:off x="9158776" y="4765436"/>
            <a:ext cx="19990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Pin Header to FPGA</a:t>
            </a:r>
            <a:endParaRPr lang="en-GB" altLang="zh-CN" sz="1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59FF453D-272C-6DDA-9CEF-AC1CF73C16BE}"/>
              </a:ext>
            </a:extLst>
          </p:cNvPr>
          <p:cNvCxnSpPr>
            <a:cxnSpLocks/>
          </p:cNvCxnSpPr>
          <p:nvPr/>
        </p:nvCxnSpPr>
        <p:spPr>
          <a:xfrm>
            <a:off x="7017012" y="2539344"/>
            <a:ext cx="0" cy="626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8780BB02-A2A7-7F73-3ABA-B7941C00A711}"/>
              </a:ext>
            </a:extLst>
          </p:cNvPr>
          <p:cNvSpPr txBox="1"/>
          <p:nvPr/>
        </p:nvSpPr>
        <p:spPr>
          <a:xfrm>
            <a:off x="6565357" y="2221508"/>
            <a:ext cx="1535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Main FPC</a:t>
            </a: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FE77CDE1-38D5-F11B-9472-22E745DD72AB}"/>
              </a:ext>
            </a:extLst>
          </p:cNvPr>
          <p:cNvCxnSpPr>
            <a:cxnSpLocks/>
          </p:cNvCxnSpPr>
          <p:nvPr/>
        </p:nvCxnSpPr>
        <p:spPr>
          <a:xfrm>
            <a:off x="10946005" y="2539344"/>
            <a:ext cx="0" cy="626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1C2F3218-2A36-A8CB-6916-B528E60A5F7D}"/>
              </a:ext>
            </a:extLst>
          </p:cNvPr>
          <p:cNvSpPr txBox="1"/>
          <p:nvPr/>
        </p:nvSpPr>
        <p:spPr>
          <a:xfrm>
            <a:off x="9274270" y="2256369"/>
            <a:ext cx="1905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Strengthened FPC</a:t>
            </a: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802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422</Words>
  <Application>Microsoft Office PowerPoint</Application>
  <PresentationFormat>宽屏</PresentationFormat>
  <Paragraphs>126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Jonas</dc:creator>
  <cp:lastModifiedBy>Zheng, Jonas</cp:lastModifiedBy>
  <cp:revision>171</cp:revision>
  <dcterms:created xsi:type="dcterms:W3CDTF">2025-09-30T22:27:34Z</dcterms:created>
  <dcterms:modified xsi:type="dcterms:W3CDTF">2025-11-01T23:49:17Z</dcterms:modified>
</cp:coreProperties>
</file>